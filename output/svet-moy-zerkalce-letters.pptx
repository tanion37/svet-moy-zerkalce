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</p:sldIdLst>
  <p:sldSz cx="7560000" cy="10692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14302" y="400762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А</a:t>
            </a:r>
          </a:p>
        </p:txBody>
      </p:sp>
      <p:sp>
        <p:nvSpPr>
          <p:cNvPr id="3" name="Rectangle 2"/>
          <p:cNvSpPr/>
          <p:nvPr/>
        </p:nvSpPr>
        <p:spPr>
          <a:xfrm>
            <a:off x="2691434" y="400762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А</a:t>
            </a:r>
          </a:p>
        </p:txBody>
      </p:sp>
      <p:sp>
        <p:nvSpPr>
          <p:cNvPr id="4" name="Rectangle 3"/>
          <p:cNvSpPr/>
          <p:nvPr/>
        </p:nvSpPr>
        <p:spPr>
          <a:xfrm>
            <a:off x="4868565" y="400762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А</a:t>
            </a:r>
          </a:p>
        </p:txBody>
      </p:sp>
      <p:sp>
        <p:nvSpPr>
          <p:cNvPr id="5" name="Rectangle 4"/>
          <p:cNvSpPr/>
          <p:nvPr/>
        </p:nvSpPr>
        <p:spPr>
          <a:xfrm>
            <a:off x="514302" y="2085175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А</a:t>
            </a:r>
          </a:p>
        </p:txBody>
      </p:sp>
      <p:sp>
        <p:nvSpPr>
          <p:cNvPr id="6" name="Rectangle 5"/>
          <p:cNvSpPr/>
          <p:nvPr/>
        </p:nvSpPr>
        <p:spPr>
          <a:xfrm>
            <a:off x="2691434" y="2085175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Б</a:t>
            </a:r>
          </a:p>
        </p:txBody>
      </p:sp>
      <p:sp>
        <p:nvSpPr>
          <p:cNvPr id="7" name="Rectangle 6"/>
          <p:cNvSpPr/>
          <p:nvPr/>
        </p:nvSpPr>
        <p:spPr>
          <a:xfrm>
            <a:off x="4868565" y="2085175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Б</a:t>
            </a:r>
          </a:p>
        </p:txBody>
      </p:sp>
      <p:sp>
        <p:nvSpPr>
          <p:cNvPr id="8" name="Rectangle 7"/>
          <p:cNvSpPr/>
          <p:nvPr/>
        </p:nvSpPr>
        <p:spPr>
          <a:xfrm>
            <a:off x="514302" y="3769587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В</a:t>
            </a:r>
          </a:p>
        </p:txBody>
      </p:sp>
      <p:sp>
        <p:nvSpPr>
          <p:cNvPr id="9" name="Rectangle 8"/>
          <p:cNvSpPr/>
          <p:nvPr/>
        </p:nvSpPr>
        <p:spPr>
          <a:xfrm>
            <a:off x="2691434" y="3769587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В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68565" y="3769587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В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4302" y="5454000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Г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1434" y="5454000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Г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68565" y="5454000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Д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4302" y="7138412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Д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91434" y="7138412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Е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68565" y="7138412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Е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4302" y="8822825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Е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91434" y="8822825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Е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68565" y="8822825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Ё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4302" y="396000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691434" y="396000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868565" y="396000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4302" y="2080412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691434" y="2080412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868565" y="2080412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14302" y="3764825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691434" y="3764825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868565" y="3764825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14302" y="5449237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691434" y="5449237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68565" y="5449237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14302" y="7133650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691434" y="7133650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868565" y="7133650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14302" y="8818062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691434" y="8818062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868565" y="8818062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14302" y="10502475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691434" y="10502475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868565" y="10502475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09539" y="400762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9539" y="2085175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09539" y="3769587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09539" y="5454000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09539" y="7138412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09539" y="8822825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686671" y="400762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686671" y="2085175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686671" y="3769587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686671" y="5454000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686671" y="7138412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686671" y="8822825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863803" y="400762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863803" y="2085175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863803" y="3769587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863803" y="5454000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863803" y="7138412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863803" y="8822825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040935" y="400762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040935" y="2085175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040935" y="3769587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040935" y="5454000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040935" y="7138412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040935" y="8822825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84762" y="184762"/>
            <a:ext cx="7190475" cy="198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Arial"/>
              </a:rPr>
              <a:t>Карты букв · ЛИЦО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868565" y="400762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691434" y="400762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14302" y="400762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868565" y="2085175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691434" y="2085175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14302" y="2085175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868565" y="3769587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691434" y="3769587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14302" y="3769587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868565" y="5454000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691434" y="5454000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14302" y="5454000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68565" y="7138412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691434" y="7138412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4302" y="7138412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68565" y="8822825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691434" y="8822825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4302" y="8822825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84762" y="184762"/>
            <a:ext cx="7190475" cy="198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Arial"/>
              </a:rPr>
              <a:t>Карты букв · ОБОРОТ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14302" y="400762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Ж</a:t>
            </a:r>
          </a:p>
        </p:txBody>
      </p:sp>
      <p:sp>
        <p:nvSpPr>
          <p:cNvPr id="3" name="Rectangle 2"/>
          <p:cNvSpPr/>
          <p:nvPr/>
        </p:nvSpPr>
        <p:spPr>
          <a:xfrm>
            <a:off x="2691434" y="400762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З</a:t>
            </a:r>
          </a:p>
        </p:txBody>
      </p:sp>
      <p:sp>
        <p:nvSpPr>
          <p:cNvPr id="4" name="Rectangle 3"/>
          <p:cNvSpPr/>
          <p:nvPr/>
        </p:nvSpPr>
        <p:spPr>
          <a:xfrm>
            <a:off x="4868565" y="400762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З</a:t>
            </a:r>
          </a:p>
        </p:txBody>
      </p:sp>
      <p:sp>
        <p:nvSpPr>
          <p:cNvPr id="5" name="Rectangle 4"/>
          <p:cNvSpPr/>
          <p:nvPr/>
        </p:nvSpPr>
        <p:spPr>
          <a:xfrm>
            <a:off x="514302" y="2085175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И</a:t>
            </a:r>
          </a:p>
        </p:txBody>
      </p:sp>
      <p:sp>
        <p:nvSpPr>
          <p:cNvPr id="6" name="Rectangle 5"/>
          <p:cNvSpPr/>
          <p:nvPr/>
        </p:nvSpPr>
        <p:spPr>
          <a:xfrm>
            <a:off x="2691434" y="2085175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И</a:t>
            </a:r>
          </a:p>
        </p:txBody>
      </p:sp>
      <p:sp>
        <p:nvSpPr>
          <p:cNvPr id="7" name="Rectangle 6"/>
          <p:cNvSpPr/>
          <p:nvPr/>
        </p:nvSpPr>
        <p:spPr>
          <a:xfrm>
            <a:off x="4868565" y="2085175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И</a:t>
            </a:r>
          </a:p>
        </p:txBody>
      </p:sp>
      <p:sp>
        <p:nvSpPr>
          <p:cNvPr id="8" name="Rectangle 7"/>
          <p:cNvSpPr/>
          <p:nvPr/>
        </p:nvSpPr>
        <p:spPr>
          <a:xfrm>
            <a:off x="514302" y="3769587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И</a:t>
            </a:r>
          </a:p>
        </p:txBody>
      </p:sp>
      <p:sp>
        <p:nvSpPr>
          <p:cNvPr id="9" name="Rectangle 8"/>
          <p:cNvSpPr/>
          <p:nvPr/>
        </p:nvSpPr>
        <p:spPr>
          <a:xfrm>
            <a:off x="2691434" y="3769587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Й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68565" y="3769587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Й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4302" y="5454000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К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1434" y="5454000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68565" y="5454000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Л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4302" y="7138412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91434" y="7138412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Л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68565" y="7138412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М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4302" y="8822825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М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91434" y="8822825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Н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68565" y="8822825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Н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4302" y="396000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691434" y="396000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868565" y="396000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4302" y="2080412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691434" y="2080412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868565" y="2080412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14302" y="3764825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691434" y="3764825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868565" y="3764825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14302" y="5449237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691434" y="5449237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68565" y="5449237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14302" y="7133650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691434" y="7133650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868565" y="7133650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14302" y="8818062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691434" y="8818062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868565" y="8818062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14302" y="10502475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691434" y="10502475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868565" y="10502475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09539" y="400762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9539" y="2085175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09539" y="3769587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09539" y="5454000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09539" y="7138412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09539" y="8822825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686671" y="400762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686671" y="2085175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686671" y="3769587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686671" y="5454000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686671" y="7138412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686671" y="8822825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863803" y="400762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863803" y="2085175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863803" y="3769587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863803" y="5454000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863803" y="7138412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863803" y="8822825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040935" y="400762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040935" y="2085175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040935" y="3769587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040935" y="5454000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040935" y="7138412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040935" y="8822825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84762" y="184762"/>
            <a:ext cx="7190475" cy="198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Arial"/>
              </a:rPr>
              <a:t>Карты букв · ЛИЦО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868565" y="400762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691434" y="400762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14302" y="400762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868565" y="2085175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691434" y="2085175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14302" y="2085175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868565" y="3769587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691434" y="3769587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14302" y="3769587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868565" y="5454000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691434" y="5454000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14302" y="5454000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68565" y="7138412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691434" y="7138412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4302" y="7138412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68565" y="8822825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691434" y="8822825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4302" y="8822825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84762" y="184762"/>
            <a:ext cx="7190475" cy="198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Arial"/>
              </a:rPr>
              <a:t>Карты букв · ОБОРОТ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14302" y="400762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Н</a:t>
            </a:r>
          </a:p>
        </p:txBody>
      </p:sp>
      <p:sp>
        <p:nvSpPr>
          <p:cNvPr id="3" name="Rectangle 2"/>
          <p:cNvSpPr/>
          <p:nvPr/>
        </p:nvSpPr>
        <p:spPr>
          <a:xfrm>
            <a:off x="2691434" y="400762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Н</a:t>
            </a:r>
          </a:p>
        </p:txBody>
      </p:sp>
      <p:sp>
        <p:nvSpPr>
          <p:cNvPr id="4" name="Rectangle 3"/>
          <p:cNvSpPr/>
          <p:nvPr/>
        </p:nvSpPr>
        <p:spPr>
          <a:xfrm>
            <a:off x="4868565" y="400762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О</a:t>
            </a:r>
          </a:p>
        </p:txBody>
      </p:sp>
      <p:sp>
        <p:nvSpPr>
          <p:cNvPr id="5" name="Rectangle 4"/>
          <p:cNvSpPr/>
          <p:nvPr/>
        </p:nvSpPr>
        <p:spPr>
          <a:xfrm>
            <a:off x="514302" y="2085175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О</a:t>
            </a:r>
          </a:p>
        </p:txBody>
      </p:sp>
      <p:sp>
        <p:nvSpPr>
          <p:cNvPr id="6" name="Rectangle 5"/>
          <p:cNvSpPr/>
          <p:nvPr/>
        </p:nvSpPr>
        <p:spPr>
          <a:xfrm>
            <a:off x="2691434" y="2085175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О</a:t>
            </a:r>
          </a:p>
        </p:txBody>
      </p:sp>
      <p:sp>
        <p:nvSpPr>
          <p:cNvPr id="7" name="Rectangle 6"/>
          <p:cNvSpPr/>
          <p:nvPr/>
        </p:nvSpPr>
        <p:spPr>
          <a:xfrm>
            <a:off x="4868565" y="2085175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О</a:t>
            </a:r>
          </a:p>
        </p:txBody>
      </p:sp>
      <p:sp>
        <p:nvSpPr>
          <p:cNvPr id="8" name="Rectangle 7"/>
          <p:cNvSpPr/>
          <p:nvPr/>
        </p:nvSpPr>
        <p:spPr>
          <a:xfrm>
            <a:off x="514302" y="3769587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О</a:t>
            </a:r>
          </a:p>
        </p:txBody>
      </p:sp>
      <p:sp>
        <p:nvSpPr>
          <p:cNvPr id="9" name="Rectangle 8"/>
          <p:cNvSpPr/>
          <p:nvPr/>
        </p:nvSpPr>
        <p:spPr>
          <a:xfrm>
            <a:off x="2691434" y="3769587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П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68565" y="3769587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4302" y="5454000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Р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1434" y="5454000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Р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68565" y="5454000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Р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4302" y="7138412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91434" y="7138412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С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68565" y="7138412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С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4302" y="8822825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91434" y="8822825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Т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68565" y="8822825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Т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4302" y="396000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691434" y="396000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868565" y="396000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4302" y="2080412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691434" y="2080412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868565" y="2080412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14302" y="3764825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691434" y="3764825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868565" y="3764825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14302" y="5449237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691434" y="5449237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68565" y="5449237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14302" y="7133650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691434" y="7133650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868565" y="7133650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14302" y="8818062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691434" y="8818062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868565" y="8818062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14302" y="10502475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691434" y="10502475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868565" y="10502475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09539" y="400762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9539" y="2085175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09539" y="3769587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09539" y="5454000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09539" y="7138412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09539" y="8822825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686671" y="400762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686671" y="2085175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686671" y="3769587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686671" y="5454000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686671" y="7138412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686671" y="8822825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863803" y="400762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863803" y="2085175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863803" y="3769587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863803" y="5454000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863803" y="7138412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863803" y="8822825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040935" y="400762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040935" y="2085175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040935" y="3769587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040935" y="5454000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040935" y="7138412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040935" y="8822825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84762" y="184762"/>
            <a:ext cx="7190475" cy="198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Arial"/>
              </a:rPr>
              <a:t>Карты букв · ЛИЦО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868565" y="400762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691434" y="400762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14302" y="400762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868565" y="2085175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691434" y="2085175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14302" y="2085175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868565" y="3769587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691434" y="3769587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14302" y="3769587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868565" y="5454000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691434" y="5454000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14302" y="5454000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68565" y="7138412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691434" y="7138412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4302" y="7138412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68565" y="8822825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691434" y="8822825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4302" y="8822825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84762" y="184762"/>
            <a:ext cx="7190475" cy="198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Arial"/>
              </a:rPr>
              <a:t>Карты букв · ОБОРОТ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14302" y="400762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У</a:t>
            </a:r>
          </a:p>
        </p:txBody>
      </p:sp>
      <p:sp>
        <p:nvSpPr>
          <p:cNvPr id="3" name="Rectangle 2"/>
          <p:cNvSpPr/>
          <p:nvPr/>
        </p:nvSpPr>
        <p:spPr>
          <a:xfrm>
            <a:off x="2691434" y="400762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У</a:t>
            </a:r>
          </a:p>
        </p:txBody>
      </p:sp>
      <p:sp>
        <p:nvSpPr>
          <p:cNvPr id="4" name="Rectangle 3"/>
          <p:cNvSpPr/>
          <p:nvPr/>
        </p:nvSpPr>
        <p:spPr>
          <a:xfrm>
            <a:off x="4868565" y="400762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Ф</a:t>
            </a:r>
          </a:p>
        </p:txBody>
      </p:sp>
      <p:sp>
        <p:nvSpPr>
          <p:cNvPr id="5" name="Rectangle 4"/>
          <p:cNvSpPr/>
          <p:nvPr/>
        </p:nvSpPr>
        <p:spPr>
          <a:xfrm>
            <a:off x="514302" y="2085175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Х</a:t>
            </a:r>
          </a:p>
        </p:txBody>
      </p:sp>
      <p:sp>
        <p:nvSpPr>
          <p:cNvPr id="6" name="Rectangle 5"/>
          <p:cNvSpPr/>
          <p:nvPr/>
        </p:nvSpPr>
        <p:spPr>
          <a:xfrm>
            <a:off x="2691434" y="2085175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Ц</a:t>
            </a:r>
          </a:p>
        </p:txBody>
      </p:sp>
      <p:sp>
        <p:nvSpPr>
          <p:cNvPr id="7" name="Rectangle 6"/>
          <p:cNvSpPr/>
          <p:nvPr/>
        </p:nvSpPr>
        <p:spPr>
          <a:xfrm>
            <a:off x="4868565" y="2085175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Ч</a:t>
            </a:r>
          </a:p>
        </p:txBody>
      </p:sp>
      <p:sp>
        <p:nvSpPr>
          <p:cNvPr id="8" name="Rectangle 7"/>
          <p:cNvSpPr/>
          <p:nvPr/>
        </p:nvSpPr>
        <p:spPr>
          <a:xfrm>
            <a:off x="514302" y="3769587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Ч</a:t>
            </a:r>
          </a:p>
        </p:txBody>
      </p:sp>
      <p:sp>
        <p:nvSpPr>
          <p:cNvPr id="9" name="Rectangle 8"/>
          <p:cNvSpPr/>
          <p:nvPr/>
        </p:nvSpPr>
        <p:spPr>
          <a:xfrm>
            <a:off x="2691434" y="3769587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Ш</a:t>
            </a:r>
          </a:p>
        </p:txBody>
      </p:sp>
      <p:sp>
        <p:nvSpPr>
          <p:cNvPr id="10" name="Rectangle 9"/>
          <p:cNvSpPr/>
          <p:nvPr/>
        </p:nvSpPr>
        <p:spPr>
          <a:xfrm>
            <a:off x="4868565" y="3769587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14302" y="5454000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Ъ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91434" y="5454000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Ы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868565" y="5454000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14302" y="7138412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Ь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691434" y="7138412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Ь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868565" y="7138412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14302" y="8822825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Ю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691434" y="8822825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868565" y="8822825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57292" rIns="57292" tIns="38195" bIns="38195"/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800" b="1">
                <a:solidFill>
                  <a:srgbClr val="1A1A1A"/>
                </a:solidFill>
                <a:latin typeface="Arial"/>
              </a:rPr>
              <a:t>Я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14302" y="396000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691434" y="396000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868565" y="396000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514302" y="2080412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691434" y="2080412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4868565" y="2080412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514302" y="3764825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691434" y="3764825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4868565" y="3764825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514302" y="5449237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691434" y="5449237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4868565" y="5449237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514302" y="7133650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2691434" y="7133650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4868565" y="7133650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14302" y="8818062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2691434" y="8818062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4868565" y="8818062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514302" y="10502475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2691434" y="10502475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4868565" y="10502475"/>
            <a:ext cx="2177131" cy="9525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509539" y="400762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509539" y="2085175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509539" y="3769587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509539" y="5454000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509539" y="7138412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509539" y="8822825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2686671" y="400762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2686671" y="2085175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2686671" y="3769587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2686671" y="5454000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2686671" y="7138412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2686671" y="8822825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863803" y="400762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863803" y="2085175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863803" y="3769587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863803" y="5454000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4863803" y="7138412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4863803" y="8822825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7040935" y="400762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7040935" y="2085175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7040935" y="3769587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7040935" y="5454000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7040935" y="7138412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7040935" y="8822825"/>
            <a:ext cx="9525" cy="1684412"/>
          </a:xfrm>
          <a:prstGeom prst="rect">
            <a:avLst/>
          </a:prstGeom>
          <a:solidFill>
            <a:srgbClr val="C0C0C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84762" y="184762"/>
            <a:ext cx="7190475" cy="198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Arial"/>
              </a:rPr>
              <a:t>Карты букв · ЛИЦО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4868565" y="400762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2691434" y="400762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14302" y="400762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4868565" y="2085175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2691434" y="2085175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514302" y="2085175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4868565" y="3769587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2691434" y="3769587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514302" y="3769587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868565" y="5454000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2691434" y="5454000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514302" y="5454000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68565" y="7138412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691434" y="7138412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14302" y="7138412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4868565" y="8822825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2691434" y="8822825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14302" y="8822825"/>
            <a:ext cx="2177131" cy="168441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84762" y="184762"/>
            <a:ext cx="7190475" cy="19800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900" b="0">
                <a:solidFill>
                  <a:srgbClr val="555555"/>
                </a:solidFill>
                <a:latin typeface="Arial"/>
              </a:rPr>
              <a:t>Карты букв · ОБОРОТ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