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Б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Б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Ж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З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З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У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У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Ф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Х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Ц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Ч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Ч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