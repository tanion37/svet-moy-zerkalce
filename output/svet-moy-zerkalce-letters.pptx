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4506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А</a:t>
            </a:r>
          </a:p>
        </p:txBody>
      </p:sp>
      <p:sp>
        <p:nvSpPr>
          <p:cNvPr id="3" name="Rectangle 2"/>
          <p:cNvSpPr/>
          <p:nvPr/>
        </p:nvSpPr>
        <p:spPr>
          <a:xfrm>
            <a:off x="2668168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1831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506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А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8168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Б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1831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Б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506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В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8168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1831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6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8168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1831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506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8168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1831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506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8168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1831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506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8168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91831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4506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68168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91831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506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68168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91831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4506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68168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91831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506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68168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91831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4506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68168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91831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4506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68168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91831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9743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9743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9743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9743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9743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9743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63406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63406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63406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63406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63406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63406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87068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87068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7068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87068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87068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87068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10731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731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10731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731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10731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10731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91831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8168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6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91831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8168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6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1831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8168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506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1831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68168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506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1831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68168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506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1831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8168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506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4506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Ж</a:t>
            </a:r>
          </a:p>
        </p:txBody>
      </p:sp>
      <p:sp>
        <p:nvSpPr>
          <p:cNvPr id="3" name="Rectangle 2"/>
          <p:cNvSpPr/>
          <p:nvPr/>
        </p:nvSpPr>
        <p:spPr>
          <a:xfrm>
            <a:off x="2668168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З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1831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З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506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И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8168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1831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И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506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И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8168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1831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6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8168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1831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506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8168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1831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506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8168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1831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506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8168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91831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4506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68168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91831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506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68168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91831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4506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68168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91831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506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68168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91831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4506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68168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91831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4506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68168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91831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9743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9743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9743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9743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9743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9743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63406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63406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63406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63406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63406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63406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87068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87068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7068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87068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87068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87068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10731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731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10731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731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10731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10731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91831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8168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6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91831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8168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6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1831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8168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506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1831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68168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506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1831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68168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506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1831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8168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506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4506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Н</a:t>
            </a:r>
          </a:p>
        </p:txBody>
      </p:sp>
      <p:sp>
        <p:nvSpPr>
          <p:cNvPr id="3" name="Rectangle 2"/>
          <p:cNvSpPr/>
          <p:nvPr/>
        </p:nvSpPr>
        <p:spPr>
          <a:xfrm>
            <a:off x="2668168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Н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1831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О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506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О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8168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1831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506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О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8168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1831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6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8168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1831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506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8168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1831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506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8168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1831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506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8168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91831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4506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68168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91831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506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68168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91831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4506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68168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91831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506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68168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91831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4506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68168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91831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4506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68168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91831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9743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9743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9743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9743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9743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9743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63406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63406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63406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63406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63406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63406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87068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87068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7068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87068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87068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87068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10731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731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10731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731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10731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10731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91831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8168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6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91831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8168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6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1831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8168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506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1831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68168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506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1831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68168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506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1831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8168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506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4506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У</a:t>
            </a:r>
          </a:p>
        </p:txBody>
      </p:sp>
      <p:sp>
        <p:nvSpPr>
          <p:cNvPr id="3" name="Rectangle 2"/>
          <p:cNvSpPr/>
          <p:nvPr/>
        </p:nvSpPr>
        <p:spPr>
          <a:xfrm>
            <a:off x="2668168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У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1831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Ф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506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Х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8168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Ц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1831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Ч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506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Ч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8168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1831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6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8168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1831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506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8168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1831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506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8168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1831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517" rIns="58517" tIns="39011" bIns="3901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506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8168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91831" y="18000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4506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68168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91831" y="190041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506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68168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91831" y="362082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4506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68168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91831" y="5341237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506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68168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91831" y="7061650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4506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68168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91831" y="8782062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4506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68168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91831" y="10502475"/>
            <a:ext cx="2223662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9743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9743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9743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9743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9743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9743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63406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63406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63406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63406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63406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63406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87068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87068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7068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87068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87068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87068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10731" y="18476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731" y="190517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10731" y="3625587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731" y="5346000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10731" y="7066412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10731" y="8786825"/>
            <a:ext cx="9525" cy="17204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91831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8168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6" y="18476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91831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8168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6" y="190517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1831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8168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506" y="3625587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1831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68168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506" y="5346000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1831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68168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506" y="7066412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1831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8168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506" y="8786825"/>
            <a:ext cx="2223662" cy="1720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