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2311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3" name="Rectangle 2"/>
          <p:cNvSpPr/>
          <p:nvPr/>
        </p:nvSpPr>
        <p:spPr>
          <a:xfrm>
            <a:off x="2216155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0000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3844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52311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Б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6155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Б</a:t>
            </a:r>
          </a:p>
        </p:txBody>
      </p:sp>
      <p:sp>
        <p:nvSpPr>
          <p:cNvPr id="8" name="Rectangle 7"/>
          <p:cNvSpPr/>
          <p:nvPr/>
        </p:nvSpPr>
        <p:spPr>
          <a:xfrm>
            <a:off x="3780000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844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311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6155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3844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311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6155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0000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3844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311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6155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0000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3844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311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6155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80000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3844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2311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6155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80000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3844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311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6155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80000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3844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2311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6155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80000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3844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2311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6155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80000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3844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2311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6155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80000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43844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7549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7549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549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549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7549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1393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1393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1393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1393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1393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5237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75237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75237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75237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75237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39081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39081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39081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339081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9081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902925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02925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902925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02925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02925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2311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З</a:t>
            </a:r>
          </a:p>
        </p:txBody>
      </p:sp>
      <p:sp>
        <p:nvSpPr>
          <p:cNvPr id="3" name="Rectangle 2"/>
          <p:cNvSpPr/>
          <p:nvPr/>
        </p:nvSpPr>
        <p:spPr>
          <a:xfrm>
            <a:off x="2216155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0000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3844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2311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6155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Й</a:t>
            </a:r>
          </a:p>
        </p:txBody>
      </p:sp>
      <p:sp>
        <p:nvSpPr>
          <p:cNvPr id="8" name="Rectangle 7"/>
          <p:cNvSpPr/>
          <p:nvPr/>
        </p:nvSpPr>
        <p:spPr>
          <a:xfrm>
            <a:off x="3780000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Й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844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311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6155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3844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311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6155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0000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3844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311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6155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0000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3844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311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6155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80000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3844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2311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6155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80000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3844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311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6155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80000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3844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2311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6155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80000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3844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2311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6155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80000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3844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2311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6155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80000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43844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7549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7549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549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549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7549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1393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1393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1393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1393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1393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5237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75237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75237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75237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75237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39081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39081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39081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339081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9081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902925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02925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902925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02925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02925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2311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3" name="Rectangle 2"/>
          <p:cNvSpPr/>
          <p:nvPr/>
        </p:nvSpPr>
        <p:spPr>
          <a:xfrm>
            <a:off x="2216155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0000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3844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П</a:t>
            </a:r>
          </a:p>
        </p:txBody>
      </p:sp>
      <p:sp>
        <p:nvSpPr>
          <p:cNvPr id="6" name="Rectangle 5"/>
          <p:cNvSpPr/>
          <p:nvPr/>
        </p:nvSpPr>
        <p:spPr>
          <a:xfrm>
            <a:off x="652311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П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6155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8" name="Rectangle 7"/>
          <p:cNvSpPr/>
          <p:nvPr/>
        </p:nvSpPr>
        <p:spPr>
          <a:xfrm>
            <a:off x="3780000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844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311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6155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3844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311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6155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0000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3844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311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6155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0000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3844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311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6155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80000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3844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2311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6155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80000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3844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311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6155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80000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3844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2311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6155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80000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3844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2311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6155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80000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3844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2311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6155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80000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43844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7549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7549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549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549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7549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1393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1393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1393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1393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1393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5237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75237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75237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75237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75237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39081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39081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39081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339081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9081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902925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02925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902925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02925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02925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2311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Ч</a:t>
            </a:r>
          </a:p>
        </p:txBody>
      </p:sp>
      <p:sp>
        <p:nvSpPr>
          <p:cNvPr id="3" name="Rectangle 2"/>
          <p:cNvSpPr/>
          <p:nvPr/>
        </p:nvSpPr>
        <p:spPr>
          <a:xfrm>
            <a:off x="2216155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Ш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0000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Щ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3844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Ъ</a:t>
            </a:r>
          </a:p>
        </p:txBody>
      </p:sp>
      <p:sp>
        <p:nvSpPr>
          <p:cNvPr id="6" name="Rectangle 5"/>
          <p:cNvSpPr/>
          <p:nvPr/>
        </p:nvSpPr>
        <p:spPr>
          <a:xfrm>
            <a:off x="652311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Ы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6155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Ы</a:t>
            </a:r>
          </a:p>
        </p:txBody>
      </p:sp>
      <p:sp>
        <p:nvSpPr>
          <p:cNvPr id="8" name="Rectangle 7"/>
          <p:cNvSpPr/>
          <p:nvPr/>
        </p:nvSpPr>
        <p:spPr>
          <a:xfrm>
            <a:off x="3780000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844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311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6155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3844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311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16155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80000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43844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2311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16155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80000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43844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2311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6155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80000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3844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2311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6155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80000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3844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549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7549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7549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11393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11393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1393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75237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75237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775237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9081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339081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39081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02925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02925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02925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