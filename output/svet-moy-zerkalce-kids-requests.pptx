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476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Произнеси заклинание превращения в</a:t>
            </a:r>
          </a:p>
        </p:txBody>
      </p:sp>
      <p:sp>
        <p:nvSpPr>
          <p:cNvPr id="3" name="Rectangle 2"/>
          <p:cNvSpPr/>
          <p:nvPr/>
        </p:nvSpPr>
        <p:spPr>
          <a:xfrm>
            <a:off x="224925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кто самый вонючий из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375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испугать всех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824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 подкупать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844274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тайную слабость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6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Подбери прозвище для любого из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25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страшное проклятие для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75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эффективнее будить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824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Составь комплимент, который вгонит в краску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274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заменить утренний кофе для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6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чем взять на слабо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25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Без чего нельзя представить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375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Для кого сняли кино про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824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Что пригодится для пранка над любым из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274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Какую пользу можно ожидать от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76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Какой подлянки можно ожидать от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25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Любимая игра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75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Какое лекарство от головной боли лучше всего подойдёт для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824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Лучший подарок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274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Произнеси заклинание превращения 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7824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4274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476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925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375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824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4274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476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925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1375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824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4274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000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000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4449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4449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0899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0899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348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348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3798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3798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3798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0247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0247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0247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476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ухоженных дровосеков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224925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здесь присутствующих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375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героев тупых комедий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8247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животных на ферме</a:t>
            </a:r>
          </a:p>
        </p:txBody>
      </p:sp>
      <p:sp>
        <p:nvSpPr>
          <p:cNvPr id="6" name="Rectangle 5"/>
          <p:cNvSpPr/>
          <p:nvPr/>
        </p:nvSpPr>
        <p:spPr>
          <a:xfrm>
            <a:off x="8442742" y="585465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бородатых мужиков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6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ручных питомцев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25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любителей настолок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75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фанатов комиксов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8247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вечных опоздунов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2742" y="2182732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соседей сверху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6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кошатниц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25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собачников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375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бабок у подъезда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8247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маменькиных сынков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42742" y="3780000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самокатчиков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76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очкариков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25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ботаников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75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нейросетей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8247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качков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2742" y="5377267"/>
            <a:ext cx="2064494" cy="15972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438" rIns="72438" tIns="57950" bIns="5795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душнил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7824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4274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476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925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375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824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4274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476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925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1375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824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4274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000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000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4449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4449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0899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0899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348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348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3798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3798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3798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0247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0247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0247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