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2311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А</a:t>
            </a:r>
          </a:p>
        </p:txBody>
      </p:sp>
      <p:sp>
        <p:nvSpPr>
          <p:cNvPr id="3" name="Rectangle 2"/>
          <p:cNvSpPr/>
          <p:nvPr/>
        </p:nvSpPr>
        <p:spPr>
          <a:xfrm>
            <a:off x="2216155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0000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3844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52311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6155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А</a:t>
            </a:r>
          </a:p>
        </p:txBody>
      </p:sp>
      <p:sp>
        <p:nvSpPr>
          <p:cNvPr id="8" name="Rectangle 7"/>
          <p:cNvSpPr/>
          <p:nvPr/>
        </p:nvSpPr>
        <p:spPr>
          <a:xfrm>
            <a:off x="3780000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А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3844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311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6155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0000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3844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В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311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6155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0000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3844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311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6155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0000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3844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311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6155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80000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3844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2311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6155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80000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43844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311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6155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80000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3844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2311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6155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80000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43844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2311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6155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80000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3844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2311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6155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80000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43844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7549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7549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549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549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7549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1393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1393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1393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1393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1393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75237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75237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75237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75237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75237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39081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339081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39081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339081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339081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902925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02925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902925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02925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02925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2311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Е</a:t>
            </a:r>
          </a:p>
        </p:txBody>
      </p:sp>
      <p:sp>
        <p:nvSpPr>
          <p:cNvPr id="3" name="Rectangle 2"/>
          <p:cNvSpPr/>
          <p:nvPr/>
        </p:nvSpPr>
        <p:spPr>
          <a:xfrm>
            <a:off x="2216155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Е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0000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3844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2311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Е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6155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Ё</a:t>
            </a:r>
          </a:p>
        </p:txBody>
      </p:sp>
      <p:sp>
        <p:nvSpPr>
          <p:cNvPr id="8" name="Rectangle 7"/>
          <p:cNvSpPr/>
          <p:nvPr/>
        </p:nvSpPr>
        <p:spPr>
          <a:xfrm>
            <a:off x="3780000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Ё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3844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Ж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311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6155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0000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3844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311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6155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0000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3844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311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6155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0000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3844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311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6155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80000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3844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2311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6155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80000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43844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311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6155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80000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3844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2311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6155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80000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43844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2311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6155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80000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3844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2311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6155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80000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43844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7549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7549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549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549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7549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1393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1393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1393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1393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1393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75237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75237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75237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75237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75237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39081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339081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39081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339081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339081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902925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02925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902925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02925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02925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2311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К</a:t>
            </a:r>
          </a:p>
        </p:txBody>
      </p:sp>
      <p:sp>
        <p:nvSpPr>
          <p:cNvPr id="3" name="Rectangle 2"/>
          <p:cNvSpPr/>
          <p:nvPr/>
        </p:nvSpPr>
        <p:spPr>
          <a:xfrm>
            <a:off x="2216155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К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0000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Л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3844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2311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Л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6155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М</a:t>
            </a:r>
          </a:p>
        </p:txBody>
      </p:sp>
      <p:sp>
        <p:nvSpPr>
          <p:cNvPr id="8" name="Rectangle 7"/>
          <p:cNvSpPr/>
          <p:nvPr/>
        </p:nvSpPr>
        <p:spPr>
          <a:xfrm>
            <a:off x="3780000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М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3844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311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6155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0000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3844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311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6155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0000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3844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311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6155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0000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3844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311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6155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80000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3844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2311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6155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80000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43844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311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6155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80000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3844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2311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6155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80000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43844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2311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6155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80000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3844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2311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6155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80000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43844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7549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7549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549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549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7549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1393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1393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1393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1393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1393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75237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75237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75237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75237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75237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39081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339081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39081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339081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339081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902925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02925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902925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02925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02925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2311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О</a:t>
            </a:r>
          </a:p>
        </p:txBody>
      </p:sp>
      <p:sp>
        <p:nvSpPr>
          <p:cNvPr id="3" name="Rectangle 2"/>
          <p:cNvSpPr/>
          <p:nvPr/>
        </p:nvSpPr>
        <p:spPr>
          <a:xfrm>
            <a:off x="2216155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П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0000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П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3844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Р</a:t>
            </a:r>
          </a:p>
        </p:txBody>
      </p:sp>
      <p:sp>
        <p:nvSpPr>
          <p:cNvPr id="6" name="Rectangle 5"/>
          <p:cNvSpPr/>
          <p:nvPr/>
        </p:nvSpPr>
        <p:spPr>
          <a:xfrm>
            <a:off x="652311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Р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6155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Р</a:t>
            </a:r>
          </a:p>
        </p:txBody>
      </p:sp>
      <p:sp>
        <p:nvSpPr>
          <p:cNvPr id="8" name="Rectangle 7"/>
          <p:cNvSpPr/>
          <p:nvPr/>
        </p:nvSpPr>
        <p:spPr>
          <a:xfrm>
            <a:off x="3780000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С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3844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311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6155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0000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3844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311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6155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0000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3844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311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6155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80000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3844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2311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6155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80000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3844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2311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6155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80000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43844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2311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6155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80000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43844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2311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6155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80000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43844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2311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6155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80000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43844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2311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6155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80000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343844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7549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7549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7549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7549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7549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1393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1393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1393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1393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1393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75237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775237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775237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775237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775237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39081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339081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39081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339081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339081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902925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02925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902925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02925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02925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2311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Ч</a:t>
            </a:r>
          </a:p>
        </p:txBody>
      </p:sp>
      <p:sp>
        <p:nvSpPr>
          <p:cNvPr id="3" name="Rectangle 2"/>
          <p:cNvSpPr/>
          <p:nvPr/>
        </p:nvSpPr>
        <p:spPr>
          <a:xfrm>
            <a:off x="2216155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Ш</a:t>
            </a:r>
          </a:p>
        </p:txBody>
      </p:sp>
      <p:sp>
        <p:nvSpPr>
          <p:cNvPr id="4" name="Rectangle 3"/>
          <p:cNvSpPr/>
          <p:nvPr/>
        </p:nvSpPr>
        <p:spPr>
          <a:xfrm>
            <a:off x="3780000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0000FF"/>
                </a:solidFill>
                <a:latin typeface="Arial"/>
              </a:rPr>
              <a:t>Щ</a:t>
            </a:r>
          </a:p>
        </p:txBody>
      </p:sp>
      <p:sp>
        <p:nvSpPr>
          <p:cNvPr id="5" name="Rectangle 4"/>
          <p:cNvSpPr/>
          <p:nvPr/>
        </p:nvSpPr>
        <p:spPr>
          <a:xfrm>
            <a:off x="5343844" y="40076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Ъ</a:t>
            </a:r>
          </a:p>
        </p:txBody>
      </p:sp>
      <p:sp>
        <p:nvSpPr>
          <p:cNvPr id="6" name="Rectangle 5"/>
          <p:cNvSpPr/>
          <p:nvPr/>
        </p:nvSpPr>
        <p:spPr>
          <a:xfrm>
            <a:off x="652311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Ы</a:t>
            </a:r>
          </a:p>
        </p:txBody>
      </p:sp>
      <p:sp>
        <p:nvSpPr>
          <p:cNvPr id="7" name="Rectangle 6"/>
          <p:cNvSpPr/>
          <p:nvPr/>
        </p:nvSpPr>
        <p:spPr>
          <a:xfrm>
            <a:off x="2216155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Ы</a:t>
            </a:r>
          </a:p>
        </p:txBody>
      </p:sp>
      <p:sp>
        <p:nvSpPr>
          <p:cNvPr id="8" name="Rectangle 7"/>
          <p:cNvSpPr/>
          <p:nvPr/>
        </p:nvSpPr>
        <p:spPr>
          <a:xfrm>
            <a:off x="3780000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Ы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3844" y="242205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2311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16155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1A1A1A"/>
                </a:solidFill>
                <a:latin typeface="Arial"/>
              </a:rPr>
              <a:t>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0000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43844" y="444335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2311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16155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80000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3844" y="6464647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2311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6155" y="8485942"/>
            <a:ext cx="1563844" cy="2021294"/>
          </a:xfrm>
          <a:prstGeom prst="rect">
            <a:avLst/>
          </a:prstGeom>
          <a:noFill/>
          <a:ln>
            <a:noFill/>
          </a:ln>
        </p:spPr>
        <p:txBody>
          <a:bodyPr rtlCol="0" anchor="ctr" wrap="none" lIns="70922" rIns="70922" tIns="70922" bIns="7092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410" b="1">
                <a:solidFill>
                  <a:srgbClr val="FF0000"/>
                </a:solidFill>
                <a:latin typeface="Arial"/>
              </a:rPr>
              <a:t>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311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16155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0000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43844" y="39600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2311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16155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80000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43844" y="241729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311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16155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80000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43844" y="443859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2311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16155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80000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43844" y="6459884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2311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16155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780000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343844" y="8481180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2311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16155" y="10502475"/>
            <a:ext cx="1563844" cy="9525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7549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7549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7549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7549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7549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11393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11393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211393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1393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1393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775237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775237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75237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775237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775237" y="848594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339081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39081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339081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339081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902925" y="40076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902925" y="242205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902925" y="4443352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02925" y="6464647"/>
            <a:ext cx="9525" cy="2021294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Arial"/>
              </a:rPr>
              <a:t>Карты букв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