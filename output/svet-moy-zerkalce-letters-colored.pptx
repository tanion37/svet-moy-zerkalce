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2311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155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0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3844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311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155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844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311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6155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3844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1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6155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3844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311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6155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3844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311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6155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80000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3844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2311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6155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0000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3844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311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16155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3844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2311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6155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0000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3844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2311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16155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80000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3844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2311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6155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0000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3844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549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7549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549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549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7549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1393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1393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11393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11393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1393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5237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5237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75237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75237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75237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9081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39081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9081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9081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9081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02925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02925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02925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02925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02925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762" y="184762"/>
            <a:ext cx="7190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букв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2311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155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0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3844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311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Е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155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Ё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Ё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844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311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6155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3844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1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6155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3844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311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6155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3844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311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6155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80000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3844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2311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6155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0000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3844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311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16155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3844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2311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6155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0000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3844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2311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16155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80000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3844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2311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6155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0000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3844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549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7549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549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549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7549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1393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1393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11393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11393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1393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5237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5237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75237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75237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75237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9081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39081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9081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9081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9081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02925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02925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02925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02925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02925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762" y="184762"/>
            <a:ext cx="7190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букв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2311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К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155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0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3844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311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Л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155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844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311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6155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3844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1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6155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3844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311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6155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3844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311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6155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80000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3844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2311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6155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0000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3844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311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16155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3844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2311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6155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0000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3844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2311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16155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80000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3844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2311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6155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0000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3844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549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7549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549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549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7549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1393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1393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11393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11393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1393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5237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5237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75237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75237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75237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9081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39081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9081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9081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9081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02925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02925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02925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02925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02925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762" y="184762"/>
            <a:ext cx="7190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букв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2311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О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155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П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0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П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3844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Р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311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155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Р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844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311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6155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3844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1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6155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3844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311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6155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3844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311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6155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80000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3844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2311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6155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0000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3844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311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16155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3844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2311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6155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0000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3844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2311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16155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80000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3844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2311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6155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0000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3844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549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7549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549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549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7549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1393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1393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11393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11393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1393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5237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5237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75237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75237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75237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9081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39081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9081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9081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9081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02925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02925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02925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02925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02925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762" y="184762"/>
            <a:ext cx="7190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букв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2311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Ч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155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Ш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0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008000"/>
                </a:solidFill>
                <a:latin typeface="Arial"/>
              </a:rPr>
              <a:t>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3844" y="40076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1A1A1A"/>
                </a:solidFill>
                <a:latin typeface="Arial"/>
              </a:rPr>
              <a:t>Ъ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311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155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Ы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844" y="242205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311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1A1A1A"/>
                </a:solidFill>
                <a:latin typeface="Arial"/>
              </a:rPr>
              <a:t>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6155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1A1A1A"/>
                </a:solidFill>
                <a:latin typeface="Arial"/>
              </a:rPr>
              <a:t>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3844" y="444335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1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6155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3844" y="6464647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311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6155" y="8485942"/>
            <a:ext cx="1563844" cy="2021294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70922" rIns="70922" tIns="70922" bIns="7092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10" b="1">
                <a:solidFill>
                  <a:srgbClr val="FF0000"/>
                </a:solidFill>
                <a:latin typeface="Arial"/>
              </a:rPr>
              <a:t>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311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16155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80000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844" y="39600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2311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16155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80000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3844" y="241729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2311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16155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80000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43844" y="443859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2311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16155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80000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43844" y="6459884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2311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16155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80000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43844" y="8481180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2311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16155" y="10502475"/>
            <a:ext cx="1563844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7549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7549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7549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7549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549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11393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11393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11393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11393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1393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75237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75237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75237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75237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5237" y="848594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39081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9081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39081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39081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02925" y="40076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02925" y="242205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02925" y="4443352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02925" y="6464647"/>
            <a:ext cx="9525" cy="202129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4762" y="184762"/>
            <a:ext cx="7190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букв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