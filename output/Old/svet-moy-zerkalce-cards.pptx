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46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7200" y="643416"/>
            <a:ext cx="1919618" cy="1481365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Предложи ингредиенты любовного зелья для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1695" y="643416"/>
            <a:ext cx="1919618" cy="1481365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Произнеси заклинание усыпления для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6190" y="643416"/>
            <a:ext cx="1919618" cy="1481365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Скажи кто самый вонючий из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0685" y="643416"/>
            <a:ext cx="1919618" cy="1481365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Расскажи чем испугать всех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15180" y="643416"/>
            <a:ext cx="1919618" cy="1481365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Посоветуй чем подкупать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200" y="2240683"/>
            <a:ext cx="1919618" cy="1481365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Назови тайную слабость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21695" y="2240683"/>
            <a:ext cx="1919618" cy="1481365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Подбери прозвище для любого из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6190" y="2240683"/>
            <a:ext cx="1919618" cy="1481365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Объясни как быстро «уложить»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0685" y="2240683"/>
            <a:ext cx="1919618" cy="1481365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Придумай страшное проклятие для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15180" y="2240683"/>
            <a:ext cx="1919618" cy="1481365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Скажи чем эффективнее будить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200" y="3837950"/>
            <a:ext cx="1919618" cy="1481365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Составь комплимент, который вгонит в краску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21695" y="3837950"/>
            <a:ext cx="1919618" cy="1481365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Назови причину, по которой стоит избегать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6190" y="3837950"/>
            <a:ext cx="1919618" cy="1481365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Посоветуй чем задобрить наутро одного из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0685" y="3837950"/>
            <a:ext cx="1919618" cy="1481365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Придумай алиби для кого-то из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5180" y="3837950"/>
            <a:ext cx="1919618" cy="1481365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Скажи чем эффективно очаровывать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200" y="5435217"/>
            <a:ext cx="1919618" cy="1481365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Опиши худшее свидание для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1695" y="5435217"/>
            <a:ext cx="1919618" cy="1481365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Подскажи как отшить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6190" y="5435217"/>
            <a:ext cx="1919618" cy="1481365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Сочини смс «мы должны серьёзно поговорить» для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0685" y="5435217"/>
            <a:ext cx="1919618" cy="1481365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Расскажи чем заменить утренний кофе для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5180" y="5435217"/>
            <a:ext cx="1919618" cy="1481365"/>
          </a:xfrm>
          <a:prstGeom prst="rect">
            <a:avLst/>
          </a:prstGeom>
          <a:noFill/>
          <a:effectLst/>
        </p:spPr>
        <p:txBody>
          <a:bodyPr wrap="square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Придумай челлендж на слабо для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476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49257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1375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78247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44274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8476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249257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1375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78247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44274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8476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249257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1375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78247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44274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84762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249257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313752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78247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442742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84762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249257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313752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78247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442742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8000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8000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80000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80000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24449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24449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244495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244495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30899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30899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308990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308990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37348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37348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373485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373485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43798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43798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437980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437980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050247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50247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502475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0502475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7200" y="643416"/>
            <a:ext cx="1919618" cy="1481365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1A1A1A"/>
                </a:solidFill>
                <a:latin typeface="Arial"/>
              </a:rPr>
              <a:t>здесь</a:t>
            </a:r>
            <a:r>
              <a:rPr sz="2000" b="1" dirty="0">
                <a:solidFill>
                  <a:srgbClr val="1A1A1A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Arial"/>
              </a:rPr>
              <a:t>присутствующих</a:t>
            </a:r>
            <a:endParaRPr sz="2000" b="1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1695" y="643416"/>
            <a:ext cx="1919618" cy="1481365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1A1A1A"/>
                </a:solidFill>
                <a:latin typeface="Arial"/>
              </a:rPr>
              <a:t>конченных</a:t>
            </a:r>
            <a:r>
              <a:rPr sz="2000" b="1" dirty="0">
                <a:solidFill>
                  <a:srgbClr val="1A1A1A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Arial"/>
              </a:rPr>
              <a:t>интровертов</a:t>
            </a:r>
            <a:endParaRPr sz="2000" b="1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6190" y="643416"/>
            <a:ext cx="1919618" cy="1481365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1A1A1A"/>
                </a:solidFill>
                <a:latin typeface="Arial"/>
              </a:rPr>
              <a:t>героев</a:t>
            </a:r>
            <a:r>
              <a:rPr sz="2000" b="1" dirty="0">
                <a:solidFill>
                  <a:srgbClr val="1A1A1A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Arial"/>
              </a:rPr>
              <a:t>тупых</a:t>
            </a:r>
            <a:r>
              <a:rPr sz="2000" b="1" dirty="0">
                <a:solidFill>
                  <a:srgbClr val="1A1A1A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Arial"/>
              </a:rPr>
              <a:t>комедий</a:t>
            </a:r>
            <a:endParaRPr sz="2000" b="1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50685" y="643416"/>
            <a:ext cx="1919618" cy="1481365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животных на ферме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15180" y="643416"/>
            <a:ext cx="1919618" cy="1481365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бородатых мужиков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200" y="2240683"/>
            <a:ext cx="1919618" cy="1481365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соседей сверху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21695" y="2240683"/>
            <a:ext cx="1919618" cy="1481365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твоих коллег после корпоратива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6190" y="2240683"/>
            <a:ext cx="1919618" cy="1481365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твоих бывших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0685" y="2240683"/>
            <a:ext cx="1919618" cy="1481365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типичных героев мемов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15180" y="2240683"/>
            <a:ext cx="1919618" cy="1481365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дровосеков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200" y="3837950"/>
            <a:ext cx="1919618" cy="1481365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любителей настолок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21695" y="3837950"/>
            <a:ext cx="1919618" cy="1481365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фанатов комиксов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6190" y="3837950"/>
            <a:ext cx="1919618" cy="1481365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жертв пластической хирургии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0685" y="3837950"/>
            <a:ext cx="1919618" cy="1481365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гламурных девиц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5180" y="3837950"/>
            <a:ext cx="1919618" cy="1481365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вечных опоздунов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200" y="5435217"/>
            <a:ext cx="1919618" cy="1481365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1A1A1A"/>
                </a:solidFill>
                <a:latin typeface="Arial"/>
              </a:rPr>
              <a:t>величайших</a:t>
            </a:r>
            <a:r>
              <a:rPr sz="2000" b="1" dirty="0">
                <a:solidFill>
                  <a:srgbClr val="1A1A1A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Arial"/>
              </a:rPr>
              <a:t>злодеев</a:t>
            </a:r>
            <a:r>
              <a:rPr sz="2000" b="1" dirty="0">
                <a:solidFill>
                  <a:srgbClr val="1A1A1A"/>
                </a:solidFill>
                <a:latin typeface="Arial"/>
              </a:rPr>
              <a:t> в </a:t>
            </a:r>
            <a:r>
              <a:rPr sz="2000" b="1" dirty="0" err="1">
                <a:solidFill>
                  <a:srgbClr val="1A1A1A"/>
                </a:solidFill>
                <a:latin typeface="Arial"/>
              </a:rPr>
              <a:t>истории</a:t>
            </a:r>
            <a:endParaRPr sz="2000" b="1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21695" y="5435217"/>
            <a:ext cx="1919618" cy="1481365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1A1A1A"/>
                </a:solidFill>
                <a:latin typeface="Arial"/>
              </a:rPr>
              <a:t>маменьких</a:t>
            </a:r>
            <a:r>
              <a:rPr sz="2000" b="1" dirty="0">
                <a:solidFill>
                  <a:srgbClr val="1A1A1A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Arial"/>
              </a:rPr>
              <a:t>сынков</a:t>
            </a:r>
            <a:endParaRPr sz="2000" b="1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86190" y="5435217"/>
            <a:ext cx="1919618" cy="1481365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1A1A1A"/>
                </a:solidFill>
                <a:latin typeface="Arial"/>
              </a:rPr>
              <a:t>самокатчиков</a:t>
            </a:r>
            <a:endParaRPr sz="2000" b="1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50685" y="5435217"/>
            <a:ext cx="1919618" cy="1481365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криптоинвестеров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5180" y="5435217"/>
            <a:ext cx="1919618" cy="1481365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ручных питомцев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476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49257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1375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78247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44274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8476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249257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1375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78247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44274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8476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249257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1375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78247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44274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84762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249257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313752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78247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442742" y="5372504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84762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249257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313752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78247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442742" y="6969771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8000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8000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80000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80000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24449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24449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244495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244495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30899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30899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308990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308990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37348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37348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373485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373485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43798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43798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437980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437980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050247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50247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502475" y="3780000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0502475" y="5377267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7200" y="643416"/>
            <a:ext cx="1919618" cy="1481365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Я первый!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1695" y="643416"/>
            <a:ext cx="1919618" cy="1481365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62828"/>
                </a:solidFill>
                <a:latin typeface="Arial"/>
              </a:rPr>
              <a:t>Ты лучший!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800" b="0">
                <a:solidFill>
                  <a:srgbClr val="C62828"/>
                </a:solidFill>
                <a:latin typeface="Arial"/>
              </a:rPr>
              <a:t>Игрок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6190" y="643416"/>
            <a:ext cx="1919618" cy="1481365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565C0"/>
                </a:solidFill>
                <a:latin typeface="Arial"/>
              </a:rPr>
              <a:t>Ты лучший!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800" b="0">
                <a:solidFill>
                  <a:srgbClr val="1565C0"/>
                </a:solidFill>
                <a:latin typeface="Arial"/>
              </a:rPr>
              <a:t>Игрок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0685" y="643416"/>
            <a:ext cx="1919618" cy="1481365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E7D32"/>
                </a:solidFill>
                <a:latin typeface="Arial"/>
              </a:rPr>
              <a:t>Ты лучший!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800" b="0">
                <a:solidFill>
                  <a:srgbClr val="2E7D32"/>
                </a:solidFill>
                <a:latin typeface="Arial"/>
              </a:rPr>
              <a:t>Игрок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15180" y="643416"/>
            <a:ext cx="1919618" cy="1481365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F6C00"/>
                </a:solidFill>
                <a:latin typeface="Arial"/>
              </a:rPr>
              <a:t>Ты лучший!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800" b="0">
                <a:solidFill>
                  <a:srgbClr val="EF6C00"/>
                </a:solidFill>
                <a:latin typeface="Arial"/>
              </a:rPr>
              <a:t>Игрок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200" y="2240683"/>
            <a:ext cx="1919618" cy="1481365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A1B9A"/>
                </a:solidFill>
                <a:latin typeface="Arial"/>
              </a:rPr>
              <a:t>Ты лучший!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800" b="0">
                <a:solidFill>
                  <a:srgbClr val="6A1B9A"/>
                </a:solidFill>
                <a:latin typeface="Arial"/>
              </a:rPr>
              <a:t>Игрок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21695" y="2240683"/>
            <a:ext cx="1919618" cy="1481365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838F"/>
                </a:solidFill>
                <a:latin typeface="Arial"/>
              </a:rPr>
              <a:t>Ты лучший!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800" b="0">
                <a:solidFill>
                  <a:srgbClr val="00838F"/>
                </a:solidFill>
                <a:latin typeface="Arial"/>
              </a:rPr>
              <a:t>Игрок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8947" y="2234888"/>
            <a:ext cx="1934105" cy="1492955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A1A"/>
                </a:solidFill>
                <a:latin typeface="Arial"/>
              </a:rPr>
              <a:t>Без тормозов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A1A1A"/>
                </a:solidFill>
                <a:latin typeface="Arial"/>
              </a:rPr>
              <a:t>• Первый накрывает «Я первый»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A1A1A"/>
                </a:solidFill>
                <a:latin typeface="Arial"/>
              </a:rPr>
              <a:t>• Остальным: «Не тормози!» + 10 пальцев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A1A1A"/>
                </a:solidFill>
                <a:latin typeface="Arial"/>
              </a:rPr>
              <a:t>• Не успел — пропуск (не цель голоса, сам кидает)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A1A1A"/>
                </a:solidFill>
                <a:latin typeface="Arial"/>
              </a:rPr>
              <a:t>• Ничья голосов: «Я первый» побеждает один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76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49257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375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78247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42742" y="580703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476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49257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1375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78247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42742" y="2177970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8476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49257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13752" y="3775237"/>
            <a:ext cx="2064494" cy="952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8000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8000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24449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24449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0899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08990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7348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73485" y="2182732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437980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502475" y="585465"/>
            <a:ext cx="9525" cy="15972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219</Words>
  <Application>Microsoft Office PowerPoint</Application>
  <PresentationFormat>Произвольный</PresentationFormat>
  <Paragraphs>58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Администратор</dc:creator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2026-08-13T10:18:22Z</dcterms:modified>
  <cp:category/>
</cp:coreProperties>
</file>