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42742" y="693465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конченных интровертов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378247" y="693465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здесь присутствующих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3752" y="693465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ухоженных дровосеков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257" y="693465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твоих бывших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762" y="693465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соседей сверху</a:t>
            </a:r>
          </a:p>
        </p:txBody>
      </p:sp>
      <p:sp>
        <p:nvSpPr>
          <p:cNvPr id="7" name="Rectangle 6"/>
          <p:cNvSpPr/>
          <p:nvPr/>
        </p:nvSpPr>
        <p:spPr>
          <a:xfrm>
            <a:off x="8442742" y="2290732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любителей настолок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8247" y="2290732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самокатчиков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752" y="2290732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бабок у подъезда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9257" y="2290732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чемпионов френдзоны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762" y="2290732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пузатых скуфов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42742" y="3888000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милф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8247" y="3888000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душнил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3752" y="3888000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нейросетей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9257" y="3888000"/>
            <a:ext cx="2064494" cy="1597267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очкариков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запросов · ОБОРОТ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