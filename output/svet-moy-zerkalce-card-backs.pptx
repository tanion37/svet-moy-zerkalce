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0692000" cy="756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930000" y="485999"/>
            <a:ext cx="3168000" cy="2268000"/>
          </a:xfrm>
          <a:blipFill>
            <a:blip r:embed="rId2"/>
            <a:stretch>
              <a:fillRect/>
            </a:stretch>
          </a:blipFill>
          <a:prstGeom prst="rect">
            <a:avLst/>
          </a:prstGeom>
          <a:ln>
            <a:noFill/>
          </a:ln>
        </p:spPr>
        <p:txBody>
          <a:bodyPr rtlCol="0" anchor="t" wrap="square" lIns="348480" rIns="348480" tIns="126000" bIns="81648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конченных интровертов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3762000" y="485999"/>
            <a:ext cx="3168000" cy="2268000"/>
          </a:xfrm>
          <a:blipFill>
            <a:blip r:embed="rId2"/>
            <a:stretch>
              <a:fillRect/>
            </a:stretch>
          </a:blipFill>
          <a:prstGeom prst="rect">
            <a:avLst/>
          </a:prstGeom>
          <a:ln>
            <a:noFill/>
          </a:ln>
        </p:spPr>
        <p:txBody>
          <a:bodyPr rtlCol="0" anchor="t" wrap="square" lIns="348480" rIns="348480" tIns="126000" bIns="81648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здесь присутствующих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000" y="485999"/>
            <a:ext cx="3168000" cy="2268000"/>
          </a:xfrm>
          <a:blipFill>
            <a:blip r:embed="rId2"/>
            <a:stretch>
              <a:fillRect/>
            </a:stretch>
          </a:blipFill>
          <a:prstGeom prst="rect">
            <a:avLst/>
          </a:prstGeom>
          <a:ln>
            <a:noFill/>
          </a:ln>
        </p:spPr>
        <p:txBody>
          <a:bodyPr rtlCol="0" anchor="t" wrap="square" lIns="348480" rIns="348480" tIns="126000" bIns="81648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ухоженных дровосеков</a:t>
            </a:r>
          </a:p>
        </p:txBody>
      </p:sp>
      <p:sp>
        <p:nvSpPr>
          <p:cNvPr id="5" name="Rectangle 4"/>
          <p:cNvSpPr/>
          <p:nvPr/>
        </p:nvSpPr>
        <p:spPr>
          <a:xfrm>
            <a:off x="6930000" y="2754000"/>
            <a:ext cx="3168000" cy="2268000"/>
          </a:xfrm>
          <a:blipFill>
            <a:blip r:embed="rId2"/>
            <a:stretch>
              <a:fillRect/>
            </a:stretch>
          </a:blipFill>
          <a:prstGeom prst="rect">
            <a:avLst/>
          </a:prstGeom>
          <a:ln>
            <a:noFill/>
          </a:ln>
        </p:spPr>
        <p:txBody>
          <a:bodyPr rtlCol="0" anchor="t" wrap="square" lIns="348480" rIns="348480" tIns="126000" bIns="81648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твоих бывших</a:t>
            </a:r>
          </a:p>
        </p:txBody>
      </p:sp>
      <p:sp>
        <p:nvSpPr>
          <p:cNvPr id="6" name="Rectangle 5"/>
          <p:cNvSpPr/>
          <p:nvPr/>
        </p:nvSpPr>
        <p:spPr>
          <a:xfrm>
            <a:off x="3762000" y="2754000"/>
            <a:ext cx="3168000" cy="2268000"/>
          </a:xfrm>
          <a:blipFill>
            <a:blip r:embed="rId2"/>
            <a:stretch>
              <a:fillRect/>
            </a:stretch>
          </a:blipFill>
          <a:prstGeom prst="rect">
            <a:avLst/>
          </a:prstGeom>
          <a:ln>
            <a:noFill/>
          </a:ln>
        </p:spPr>
        <p:txBody>
          <a:bodyPr rtlCol="0" anchor="t" wrap="square" lIns="348480" rIns="348480" tIns="126000" bIns="81648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соседей сверху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000" y="2754000"/>
            <a:ext cx="3168000" cy="2268000"/>
          </a:xfrm>
          <a:blipFill>
            <a:blip r:embed="rId2"/>
            <a:stretch>
              <a:fillRect/>
            </a:stretch>
          </a:blipFill>
          <a:prstGeom prst="rect">
            <a:avLst/>
          </a:prstGeom>
          <a:ln>
            <a:noFill/>
          </a:ln>
        </p:spPr>
        <p:txBody>
          <a:bodyPr rtlCol="0" anchor="t" wrap="square" lIns="348480" rIns="348480" tIns="126000" bIns="81648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любителей настолок</a:t>
            </a:r>
          </a:p>
        </p:txBody>
      </p:sp>
      <p:sp>
        <p:nvSpPr>
          <p:cNvPr id="8" name="Rectangle 7"/>
          <p:cNvSpPr/>
          <p:nvPr/>
        </p:nvSpPr>
        <p:spPr>
          <a:xfrm>
            <a:off x="6930000" y="5022000"/>
            <a:ext cx="3168000" cy="2268000"/>
          </a:xfrm>
          <a:blipFill>
            <a:blip r:embed="rId2"/>
            <a:stretch>
              <a:fillRect/>
            </a:stretch>
          </a:blipFill>
          <a:prstGeom prst="rect">
            <a:avLst/>
          </a:prstGeom>
          <a:ln>
            <a:noFill/>
          </a:ln>
        </p:spPr>
        <p:txBody>
          <a:bodyPr rtlCol="0" anchor="t" wrap="square" lIns="348480" rIns="348480" tIns="126000" bIns="81648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самокатчиков</a:t>
            </a:r>
          </a:p>
        </p:txBody>
      </p:sp>
      <p:sp>
        <p:nvSpPr>
          <p:cNvPr id="9" name="Rectangle 8"/>
          <p:cNvSpPr/>
          <p:nvPr/>
        </p:nvSpPr>
        <p:spPr>
          <a:xfrm>
            <a:off x="3762000" y="5022000"/>
            <a:ext cx="3168000" cy="2268000"/>
          </a:xfrm>
          <a:blipFill>
            <a:blip r:embed="rId2"/>
            <a:stretch>
              <a:fillRect/>
            </a:stretch>
          </a:blipFill>
          <a:prstGeom prst="rect">
            <a:avLst/>
          </a:prstGeom>
          <a:ln>
            <a:noFill/>
          </a:ln>
        </p:spPr>
        <p:txBody>
          <a:bodyPr rtlCol="0" anchor="t" wrap="square" lIns="348480" rIns="348480" tIns="126000" bIns="81648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бабок у подъезда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000" y="5022000"/>
            <a:ext cx="3168000" cy="2268000"/>
          </a:xfrm>
          <a:blipFill>
            <a:blip r:embed="rId2"/>
            <a:stretch>
              <a:fillRect/>
            </a:stretch>
          </a:blipFill>
          <a:prstGeom prst="rect">
            <a:avLst/>
          </a:prstGeom>
          <a:ln>
            <a:noFill/>
          </a:ln>
        </p:spPr>
        <p:txBody>
          <a:bodyPr rtlCol="0" anchor="t" wrap="square" lIns="348480" rIns="348480" tIns="126000" bIns="81648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чемпионов френдзоны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62" y="184762"/>
            <a:ext cx="10322475" cy="198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rial"/>
              </a:rPr>
              <a:t>Карты запросов · ОБОРОТ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930000" y="485999"/>
            <a:ext cx="3168000" cy="2268000"/>
          </a:xfrm>
          <a:blipFill>
            <a:blip r:embed="rId2"/>
            <a:stretch>
              <a:fillRect/>
            </a:stretch>
          </a:blipFill>
          <a:prstGeom prst="rect">
            <a:avLst/>
          </a:prstGeom>
          <a:ln>
            <a:noFill/>
          </a:ln>
        </p:spPr>
        <p:txBody>
          <a:bodyPr rtlCol="0" anchor="t" wrap="square" lIns="348480" rIns="348480" tIns="126000" bIns="81648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пузатых скуфов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3762000" y="485999"/>
            <a:ext cx="3168000" cy="2268000"/>
          </a:xfrm>
          <a:blipFill>
            <a:blip r:embed="rId2"/>
            <a:stretch>
              <a:fillRect/>
            </a:stretch>
          </a:blipFill>
          <a:prstGeom prst="rect">
            <a:avLst/>
          </a:prstGeom>
          <a:ln>
            <a:noFill/>
          </a:ln>
        </p:spPr>
        <p:txBody>
          <a:bodyPr rtlCol="0" anchor="t" wrap="square" lIns="348480" rIns="348480" tIns="126000" bIns="81648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милф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000" y="485999"/>
            <a:ext cx="3168000" cy="2268000"/>
          </a:xfrm>
          <a:blipFill>
            <a:blip r:embed="rId2"/>
            <a:stretch>
              <a:fillRect/>
            </a:stretch>
          </a:blipFill>
          <a:prstGeom prst="rect">
            <a:avLst/>
          </a:prstGeom>
          <a:ln>
            <a:noFill/>
          </a:ln>
        </p:spPr>
        <p:txBody>
          <a:bodyPr rtlCol="0" anchor="t" wrap="square" lIns="348480" rIns="348480" tIns="126000" bIns="81648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душнил</a:t>
            </a:r>
          </a:p>
        </p:txBody>
      </p:sp>
      <p:sp>
        <p:nvSpPr>
          <p:cNvPr id="5" name="Rectangle 4"/>
          <p:cNvSpPr/>
          <p:nvPr/>
        </p:nvSpPr>
        <p:spPr>
          <a:xfrm>
            <a:off x="6930000" y="2754000"/>
            <a:ext cx="3168000" cy="2268000"/>
          </a:xfrm>
          <a:blipFill>
            <a:blip r:embed="rId2"/>
            <a:stretch>
              <a:fillRect/>
            </a:stretch>
          </a:blipFill>
          <a:prstGeom prst="rect">
            <a:avLst/>
          </a:prstGeom>
          <a:ln>
            <a:noFill/>
          </a:ln>
        </p:spPr>
        <p:txBody>
          <a:bodyPr rtlCol="0" anchor="t" wrap="square" lIns="348480" rIns="348480" tIns="126000" bIns="81648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нейросетей</a:t>
            </a:r>
          </a:p>
        </p:txBody>
      </p:sp>
      <p:sp>
        <p:nvSpPr>
          <p:cNvPr id="6" name="Rectangle 5"/>
          <p:cNvSpPr/>
          <p:nvPr/>
        </p:nvSpPr>
        <p:spPr>
          <a:xfrm>
            <a:off x="3762000" y="2754000"/>
            <a:ext cx="3168000" cy="2268000"/>
          </a:xfrm>
          <a:blipFill>
            <a:blip r:embed="rId2"/>
            <a:stretch>
              <a:fillRect/>
            </a:stretch>
          </a:blipFill>
          <a:prstGeom prst="rect">
            <a:avLst/>
          </a:prstGeom>
          <a:ln>
            <a:noFill/>
          </a:ln>
        </p:spPr>
        <p:txBody>
          <a:bodyPr rtlCol="0" anchor="t" wrap="square" lIns="348480" rIns="348480" tIns="126000" bIns="81648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очкариков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4762" y="184762"/>
            <a:ext cx="10322475" cy="198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rial"/>
              </a:rPr>
              <a:t>Карты запросов · ОБОРОТ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