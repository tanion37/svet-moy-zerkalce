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720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Предложи ингредиенты любовного зелья для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2169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Произнеси заклинание усыпления для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619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Скажи кто самый вонючий из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5068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Расскажи чем испугать всех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518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Посоветуй чем подкупать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0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Назови тайную слабость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169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Подбери прозвище для любого из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619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Объясни как быстро «уложить»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068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Придумай страшное проклятие для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518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Скажи чем эффективнее будить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169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Назови причину, по которой стоит избегать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619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Посоветуй чем задобрить наутро одного из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068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Придумай алиби для кого-то из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518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Скажи чем эффективно очаровывать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20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Опиши худшее свидание для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169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619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Сочини смс «мы должны серьёзно поговорить» для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068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Расскажи чем заменить утренний кофе для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518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Придумай челлендж на слабо для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720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здесь присутствующих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2169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619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героев тупых комедий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5068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животных на ферме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518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бородатых мужиков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0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соседей сверху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169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A1A1A"/>
                </a:solidFill>
                <a:latin typeface="Arial"/>
              </a:rPr>
              <a:t>твоих коллег после корпоратива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619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068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типичных героев мемов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518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дровосеков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20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любителей настолок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169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фанатов комиксов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619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жертв пластической хирургии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0685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гламурных девиц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15180" y="3837950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вечных опоздунов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20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величайших злодеев в истории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169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маменьких сынков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619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самокатчиков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0685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криптоинвестеров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5180" y="5435217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ручных питомцев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720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Я первый!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2169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62828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C62828"/>
                </a:solidFill>
                <a:latin typeface="Arial"/>
              </a:rPr>
              <a:t>Игрок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619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565C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1565C0"/>
                </a:solidFill>
                <a:latin typeface="Arial"/>
              </a:rPr>
              <a:t>Игрок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50685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2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2E7D32"/>
                </a:solidFill>
                <a:latin typeface="Arial"/>
              </a:rPr>
              <a:t>Игрок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15180" y="643416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F6C00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EF6C00"/>
                </a:solidFill>
                <a:latin typeface="Arial"/>
              </a:rPr>
              <a:t>Игрок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200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A1B9A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6A1B9A"/>
                </a:solidFill>
                <a:latin typeface="Arial"/>
              </a:rPr>
              <a:t>Игрок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1695" y="2240683"/>
            <a:ext cx="1919618" cy="1481365"/>
          </a:xfrm>
          <a:prstGeom prst="rect">
            <a:avLst/>
          </a:prstGeom>
          <a:noFill/>
          <a:effectLst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0838F"/>
                </a:solidFill>
                <a:latin typeface="Arial"/>
              </a:rPr>
              <a:t>Ты лучший!</a:t>
            </a:r>
          </a:p>
          <a:p>
            <a:pPr algn="ctr">
              <a:spcBef>
                <a:spcPts val="400"/>
              </a:spcBef>
              <a:spcAft>
                <a:spcPts val="0"/>
              </a:spcAft>
            </a:pPr>
            <a:r>
              <a:rPr sz="800" b="0">
                <a:solidFill>
                  <a:srgbClr val="00838F"/>
                </a:solidFill>
                <a:latin typeface="Arial"/>
              </a:rPr>
              <a:t>Игрок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8947" y="2234888"/>
            <a:ext cx="1934105" cy="149295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Памятка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1. Открой зеркало-запрос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2. Ответ из букв (рубашка = джокер)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3. Кинь «Ты лучший!» другому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4. Больше голосов — лицевая карта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5. Буквы влево; если &lt;10 — добор справа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3442" y="2234888"/>
            <a:ext cx="1934105" cy="1492955"/>
          </a:xfrm>
          <a:prstGeom prst="rect">
            <a:avLst/>
          </a:prstGeom>
          <a:noFill/>
          <a:effectLst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Без тормозов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Первый накрывает «Я первый»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Остальным: «Не тормози!» + 10 пальцев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Не успел — пропуск (не цель голоса, сам кидает)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Ничья голосов: «Я первый» побеждает один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