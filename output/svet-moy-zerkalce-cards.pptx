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Предложи ингредиенты любовного зелья для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224925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Произнеси заклинание превращения в*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Скажи кто самый вонючий из*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824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Расскажи чем испугать всех*</a:t>
            </a:r>
          </a:p>
        </p:txBody>
      </p:sp>
      <p:sp>
        <p:nvSpPr>
          <p:cNvPr id="6" name="Rectangle 5"/>
          <p:cNvSpPr/>
          <p:nvPr/>
        </p:nvSpPr>
        <p:spPr>
          <a:xfrm>
            <a:off x="844274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Посоветуй чем подкупать*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6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Назови тайную слабость*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25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Подбери прозвище для любого из*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Объясни как быстро «уложить»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824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Придумай страшное проклятие для*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274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Скажи чем эффективнее будить*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476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Составь комплимент, который вгонит в краску*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9257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Назови причину, по которой стоит избегать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375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Посоветуй чем задобрить наутро одного из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78247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Какое преступление типично для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4274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Скажи чем эффективно очаровывать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476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Опиши худшее свидание для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9257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Подскажи как отшить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375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Сочини сообщение «мы должны серьёзно поговорить» для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8247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Расскажи чем заменить утренний кофе для*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4274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Придумай чем взять на слабо*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4925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375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824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4274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4925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1375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7824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274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476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4925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1375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7824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4274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476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4925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375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7824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4274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476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4925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1375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7824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4274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000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00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8000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4449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4449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4449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30899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0899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0899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0899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48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7348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7348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7348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43798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43798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3798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3798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50247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50247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50247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50247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*здесь присутствующих</a:t>
            </a:r>
          </a:p>
        </p:txBody>
      </p:sp>
      <p:sp>
        <p:nvSpPr>
          <p:cNvPr id="3" name="Rectangle 2"/>
          <p:cNvSpPr/>
          <p:nvPr/>
        </p:nvSpPr>
        <p:spPr>
          <a:xfrm>
            <a:off x="224925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конченных интровертов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*героев тупых комедий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824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*животных на ферме</a:t>
            </a:r>
          </a:p>
        </p:txBody>
      </p:sp>
      <p:sp>
        <p:nvSpPr>
          <p:cNvPr id="6" name="Rectangle 5"/>
          <p:cNvSpPr/>
          <p:nvPr/>
        </p:nvSpPr>
        <p:spPr>
          <a:xfrm>
            <a:off x="844274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*бородатых мужиков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6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*соседей сверху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25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твоих коллег после корпоратива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твоих бывших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824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*типичных героев мемов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274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*ухоженных дровосеков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476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*любителей настолок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9257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*фанатов комиксов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375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жертв пластической хирургии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78247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гламурных девиц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4274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*вечных опоздунов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476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*величайших злодеев в истории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9257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*маменькиных сынков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375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*самокатчиков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8247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*криптоинвестеров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4274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*ручных питомцев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4925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375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824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4274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4925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1375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7824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274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476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4925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1375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7824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4274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476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4925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375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7824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4274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476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4925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1375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7824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4274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000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00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8000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4449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4449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4449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30899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0899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0899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0899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48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7348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7348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7348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43798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43798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3798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3798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50247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50247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50247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50247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Чем оскорбить любого из</a:t>
            </a:r>
          </a:p>
        </p:txBody>
      </p:sp>
      <p:sp>
        <p:nvSpPr>
          <p:cNvPr id="3" name="Rectangle 2"/>
          <p:cNvSpPr/>
          <p:nvPr/>
        </p:nvSpPr>
        <p:spPr>
          <a:xfrm>
            <a:off x="224925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Без чего нельзя представить*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За что ненавидят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824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Для кого сняли кино про*</a:t>
            </a:r>
          </a:p>
        </p:txBody>
      </p:sp>
      <p:sp>
        <p:nvSpPr>
          <p:cNvPr id="6" name="Rectangle 5"/>
          <p:cNvSpPr/>
          <p:nvPr/>
        </p:nvSpPr>
        <p:spPr>
          <a:xfrm>
            <a:off x="844274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Что пригодится для пранка над любым из*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6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Какую пользу можно ожидать от*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25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Какой подлянки можно ожидать от*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Какое наказание ждёт в аду для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824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Любимая игра*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274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Какое лекарство от головной боли лучше всего подойдёт для*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476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Лучший подарок*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4925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375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7824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4274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4925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375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7824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4274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476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4925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1375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7824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4274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476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000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000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4449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4449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0899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0899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7348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7348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3798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43798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50247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50247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*кошатниц</a:t>
            </a:r>
          </a:p>
        </p:txBody>
      </p:sp>
      <p:sp>
        <p:nvSpPr>
          <p:cNvPr id="3" name="Rectangle 2"/>
          <p:cNvSpPr/>
          <p:nvPr/>
        </p:nvSpPr>
        <p:spPr>
          <a:xfrm>
            <a:off x="224925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*собачников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чемпионов френдзоны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824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алкашей</a:t>
            </a:r>
          </a:p>
        </p:txBody>
      </p:sp>
      <p:sp>
        <p:nvSpPr>
          <p:cNvPr id="6" name="Rectangle 5"/>
          <p:cNvSpPr/>
          <p:nvPr/>
        </p:nvSpPr>
        <p:spPr>
          <a:xfrm>
            <a:off x="844274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*бабок у подъезда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6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*качков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25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вахтёров женской общаги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*душнил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824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милф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274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пузатых скуфов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476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*очкариков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9257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*ботаников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375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*нейросетей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78247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яжмамок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4925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375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7824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4274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4925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1375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7824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4274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476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4925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1375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824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4274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476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4925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1375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7824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000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000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4449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4449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0899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0899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0899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7348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7348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7348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43798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43798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3798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0247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50247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Я первый!</a:t>
            </a:r>
          </a:p>
        </p:txBody>
      </p:sp>
      <p:sp>
        <p:nvSpPr>
          <p:cNvPr id="3" name="Rectangle 2"/>
          <p:cNvSpPr/>
          <p:nvPr/>
        </p:nvSpPr>
        <p:spPr>
          <a:xfrm>
            <a:off x="224925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62828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C62828"/>
                </a:solidFill>
                <a:latin typeface="Arial"/>
              </a:rPr>
              <a:t>Игрок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65C0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1565C0"/>
                </a:solidFill>
                <a:latin typeface="Arial"/>
              </a:rPr>
              <a:t>Игрок 2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824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E7D32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2E7D32"/>
                </a:solidFill>
                <a:latin typeface="Arial"/>
              </a:rPr>
              <a:t>Игрок 3</a:t>
            </a:r>
          </a:p>
        </p:txBody>
      </p:sp>
      <p:sp>
        <p:nvSpPr>
          <p:cNvPr id="6" name="Rectangle 5"/>
          <p:cNvSpPr/>
          <p:nvPr/>
        </p:nvSpPr>
        <p:spPr>
          <a:xfrm>
            <a:off x="844274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F6C00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EF6C00"/>
                </a:solidFill>
                <a:latin typeface="Arial"/>
              </a:rPr>
              <a:t>Игрок 4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6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A1B9A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6A1B9A"/>
                </a:solidFill>
                <a:latin typeface="Arial"/>
              </a:rPr>
              <a:t>Игрок 5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25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838F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00838F"/>
                </a:solidFill>
                <a:latin typeface="Arial"/>
              </a:rPr>
              <a:t>Игрок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194" rIns="65194" tIns="52155" bIns="52155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Без тормозов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Первый накрывает «Я первый»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Остальным: «Не тормози!» + 10 пальцев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Не успел — пропуск (не цель голоса, сам кидает)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Ничья голосов: «Я первый» побеждает один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4925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375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7824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4274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4925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375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7824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4274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476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4925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375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000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4449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899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0899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348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7348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3798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0247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