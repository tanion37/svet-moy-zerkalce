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4762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Предложи ингредиенты любовного зелья для</a:t>
            </a:r>
          </a:p>
        </p:txBody>
      </p:sp>
      <p:sp>
        <p:nvSpPr>
          <p:cNvPr id="3" name="Rectangle 2"/>
          <p:cNvSpPr/>
          <p:nvPr/>
        </p:nvSpPr>
        <p:spPr>
          <a:xfrm>
            <a:off x="2249257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Произнеси заклинание усыпления для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313752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Скажи кто самый вонючий из</a:t>
            </a:r>
          </a:p>
        </p:txBody>
      </p:sp>
      <p:sp>
        <p:nvSpPr>
          <p:cNvPr id="5" name="Rectangle 4"/>
          <p:cNvSpPr/>
          <p:nvPr/>
        </p:nvSpPr>
        <p:spPr>
          <a:xfrm>
            <a:off x="6378247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Расскажи чем испугать всех</a:t>
            </a:r>
          </a:p>
        </p:txBody>
      </p:sp>
      <p:sp>
        <p:nvSpPr>
          <p:cNvPr id="6" name="Rectangle 5"/>
          <p:cNvSpPr/>
          <p:nvPr/>
        </p:nvSpPr>
        <p:spPr>
          <a:xfrm>
            <a:off x="8442742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Посоветуй чем подкупать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762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Назови тайную слабость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257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Подбери прозвище для любого из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3752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Объясни как быстро «уложить»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8247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Придумай страшное проклятие для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42742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Скажи чем эффективнее будить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4762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Составь комплимент, который вгонит в краску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9257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Назови причину, по которой стоит избегать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3752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Посоветуй чем задобрить наутро одного из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8247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Придумай алиби для кого-то из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42742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Скажи чем эффективно очаровывать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4762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Опиши худшее свидание для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9257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Подскажи как отшить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3752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Сочини смс «мы должны серьёзно поговорить» для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8247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Расскажи чем заменить утренний кофе для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42742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Придумай челлендж на слабо для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476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4925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375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7824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4274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76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4925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375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7824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274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476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49257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1375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78247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4274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476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49257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375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78247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4274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476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49257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1375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78247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4274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000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000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8000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8000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4449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4449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4449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4449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0899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0899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0899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0899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7348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7348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7348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7348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43798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3798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43798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3798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50247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50247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50247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0247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4762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здесь присутствующих</a:t>
            </a:r>
          </a:p>
        </p:txBody>
      </p:sp>
      <p:sp>
        <p:nvSpPr>
          <p:cNvPr id="3" name="Rectangle 2"/>
          <p:cNvSpPr/>
          <p:nvPr/>
        </p:nvSpPr>
        <p:spPr>
          <a:xfrm>
            <a:off x="2249257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конченных интровертов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313752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героев тупых комедий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6378247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животных на ферме</a:t>
            </a:r>
          </a:p>
        </p:txBody>
      </p:sp>
      <p:sp>
        <p:nvSpPr>
          <p:cNvPr id="6" name="Rectangle 5"/>
          <p:cNvSpPr/>
          <p:nvPr/>
        </p:nvSpPr>
        <p:spPr>
          <a:xfrm>
            <a:off x="8442742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бородатых мужиков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762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соседей сверху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257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твоих коллег после корпоратива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3752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твоих бывших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8247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типичных героев мемов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42742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дровосеков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4762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любителей настолок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9257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фанатов комиксов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3752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жертв пластической хирургии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8247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гламурных девиц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42742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вечных опоздунов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4762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величайших злодеев в истории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9257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маменьких сынков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3752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самокатчиков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8247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криптоинвестеров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42742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ручных питомцев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476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4925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375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7824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4274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76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4925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375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7824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274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476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49257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1375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78247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4274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476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49257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375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78247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4274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476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49257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1375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78247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4274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000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000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8000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8000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4449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4449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4449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4449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0899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0899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0899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0899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7348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7348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7348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7348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43798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3798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43798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3798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50247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50247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50247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0247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4762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Я первый!</a:t>
            </a:r>
          </a:p>
        </p:txBody>
      </p:sp>
      <p:sp>
        <p:nvSpPr>
          <p:cNvPr id="3" name="Rectangle 2"/>
          <p:cNvSpPr/>
          <p:nvPr/>
        </p:nvSpPr>
        <p:spPr>
          <a:xfrm>
            <a:off x="2249257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62828"/>
                </a:solidFill>
                <a:latin typeface="Arial"/>
              </a:rPr>
              <a:t>Ты лучший!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800" b="0">
                <a:solidFill>
                  <a:srgbClr val="C62828"/>
                </a:solidFill>
                <a:latin typeface="Arial"/>
              </a:rPr>
              <a:t>Игрок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313752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565C0"/>
                </a:solidFill>
                <a:latin typeface="Arial"/>
              </a:rPr>
              <a:t>Ты лучший!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800" b="0">
                <a:solidFill>
                  <a:srgbClr val="1565C0"/>
                </a:solidFill>
                <a:latin typeface="Arial"/>
              </a:rPr>
              <a:t>Игрок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378247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32"/>
                </a:solidFill>
                <a:latin typeface="Arial"/>
              </a:rPr>
              <a:t>Ты лучший!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800" b="0">
                <a:solidFill>
                  <a:srgbClr val="2E7D32"/>
                </a:solidFill>
                <a:latin typeface="Arial"/>
              </a:rPr>
              <a:t>Игрок 3</a:t>
            </a:r>
          </a:p>
        </p:txBody>
      </p:sp>
      <p:sp>
        <p:nvSpPr>
          <p:cNvPr id="6" name="Rectangle 5"/>
          <p:cNvSpPr/>
          <p:nvPr/>
        </p:nvSpPr>
        <p:spPr>
          <a:xfrm>
            <a:off x="8442742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6C00"/>
                </a:solidFill>
                <a:latin typeface="Arial"/>
              </a:rPr>
              <a:t>Ты лучший!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800" b="0">
                <a:solidFill>
                  <a:srgbClr val="EF6C00"/>
                </a:solidFill>
                <a:latin typeface="Arial"/>
              </a:rPr>
              <a:t>Игрок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762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A1B9A"/>
                </a:solidFill>
                <a:latin typeface="Arial"/>
              </a:rPr>
              <a:t>Ты лучший!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800" b="0">
                <a:solidFill>
                  <a:srgbClr val="6A1B9A"/>
                </a:solidFill>
                <a:latin typeface="Arial"/>
              </a:rPr>
              <a:t>Игрок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257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838F"/>
                </a:solidFill>
                <a:latin typeface="Arial"/>
              </a:rPr>
              <a:t>Ты лучший!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800" b="0">
                <a:solidFill>
                  <a:srgbClr val="00838F"/>
                </a:solidFill>
                <a:latin typeface="Arial"/>
              </a:rPr>
              <a:t>Игрок 6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3752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194" rIns="65194" tIns="52155" bIns="52155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Без тормозов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• Первый накрывает «Я первый»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• Остальным: «Не тормози!» + 10 пальцев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• Не успел — пропуск (не цель голоса, сам кидает)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• Ничья голосов: «Я первый» побеждает один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76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925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375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7824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4274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76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4925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375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7824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4274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476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49257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375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000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000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4449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4449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0899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899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48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7348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3798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0247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