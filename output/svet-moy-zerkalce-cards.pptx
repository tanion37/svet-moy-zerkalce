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0692000" cy="756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84762" y="585465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Произнеси заклинание превращения в</a:t>
            </a:r>
          </a:p>
        </p:txBody>
      </p:sp>
      <p:sp>
        <p:nvSpPr>
          <p:cNvPr id="3" name="Rectangle 2"/>
          <p:cNvSpPr/>
          <p:nvPr/>
        </p:nvSpPr>
        <p:spPr>
          <a:xfrm>
            <a:off x="2249257" y="585465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Расскажи чем испугать всех</a:t>
            </a:r>
          </a:p>
        </p:txBody>
      </p:sp>
      <p:sp>
        <p:nvSpPr>
          <p:cNvPr id="4" name="Rectangle 3"/>
          <p:cNvSpPr/>
          <p:nvPr/>
        </p:nvSpPr>
        <p:spPr>
          <a:xfrm>
            <a:off x="4313752" y="585465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Подбери прозвище для любого из</a:t>
            </a:r>
          </a:p>
        </p:txBody>
      </p:sp>
      <p:sp>
        <p:nvSpPr>
          <p:cNvPr id="5" name="Rectangle 4"/>
          <p:cNvSpPr/>
          <p:nvPr/>
        </p:nvSpPr>
        <p:spPr>
          <a:xfrm>
            <a:off x="6378247" y="585465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Придумай страшное проклятие для</a:t>
            </a:r>
          </a:p>
        </p:txBody>
      </p:sp>
      <p:sp>
        <p:nvSpPr>
          <p:cNvPr id="6" name="Rectangle 5"/>
          <p:cNvSpPr/>
          <p:nvPr/>
        </p:nvSpPr>
        <p:spPr>
          <a:xfrm>
            <a:off x="8442742" y="585465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Составь комплимент, который вгонит в краску</a:t>
            </a:r>
          </a:p>
        </p:txBody>
      </p:sp>
      <p:sp>
        <p:nvSpPr>
          <p:cNvPr id="7" name="Rectangle 6"/>
          <p:cNvSpPr/>
          <p:nvPr/>
        </p:nvSpPr>
        <p:spPr>
          <a:xfrm>
            <a:off x="184762" y="2182732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Подскажи как отшить</a:t>
            </a:r>
          </a:p>
        </p:txBody>
      </p:sp>
      <p:sp>
        <p:nvSpPr>
          <p:cNvPr id="8" name="Rectangle 7"/>
          <p:cNvSpPr/>
          <p:nvPr/>
        </p:nvSpPr>
        <p:spPr>
          <a:xfrm>
            <a:off x="2249257" y="2182732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Что пригодится для пранка над любым из</a:t>
            </a:r>
          </a:p>
        </p:txBody>
      </p:sp>
      <p:sp>
        <p:nvSpPr>
          <p:cNvPr id="9" name="Rectangle 8"/>
          <p:cNvSpPr/>
          <p:nvPr/>
        </p:nvSpPr>
        <p:spPr>
          <a:xfrm>
            <a:off x="4313752" y="2182732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Какую пользу можно ожидать от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78247" y="2182732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Назови тайную слабость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42742" y="2182732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Какое наказание ждёт в аду для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4762" y="3780000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Чем оскорбить любого из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49257" y="3780000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Какой подлянки можно ожидать от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13752" y="3780000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Лучший подарок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78247" y="3780000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Чем соблазнить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42742" y="3780000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62828"/>
                </a:solidFill>
                <a:latin typeface="Arial"/>
              </a:rPr>
              <a:t>Ты восхитителен</a:t>
            </a:r>
          </a:p>
          <a:p>
            <a:pPr algn="ctr">
              <a:spcBef>
                <a:spcPts val="400"/>
              </a:spcBef>
              <a:spcAft>
                <a:spcPts val="0"/>
              </a:spcAft>
            </a:pPr>
            <a:r>
              <a:rPr sz="800" b="0">
                <a:solidFill>
                  <a:srgbClr val="C62828"/>
                </a:solidFill>
                <a:latin typeface="Arial"/>
              </a:rPr>
              <a:t>Игрок 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4762" y="5377267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565C0"/>
                </a:solidFill>
                <a:latin typeface="Arial"/>
              </a:rPr>
              <a:t>Ты восхитителен</a:t>
            </a:r>
          </a:p>
          <a:p>
            <a:pPr algn="ctr">
              <a:spcBef>
                <a:spcPts val="400"/>
              </a:spcBef>
              <a:spcAft>
                <a:spcPts val="0"/>
              </a:spcAft>
            </a:pPr>
            <a:r>
              <a:rPr sz="800" b="0">
                <a:solidFill>
                  <a:srgbClr val="1565C0"/>
                </a:solidFill>
                <a:latin typeface="Arial"/>
              </a:rPr>
              <a:t>Игрок 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49257" y="5377267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E7D32"/>
                </a:solidFill>
                <a:latin typeface="Arial"/>
              </a:rPr>
              <a:t>Ты восхитителен</a:t>
            </a:r>
          </a:p>
          <a:p>
            <a:pPr algn="ctr">
              <a:spcBef>
                <a:spcPts val="400"/>
              </a:spcBef>
              <a:spcAft>
                <a:spcPts val="0"/>
              </a:spcAft>
            </a:pPr>
            <a:r>
              <a:rPr sz="800" b="0">
                <a:solidFill>
                  <a:srgbClr val="2E7D32"/>
                </a:solidFill>
                <a:latin typeface="Arial"/>
              </a:rPr>
              <a:t>Игрок 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13752" y="5377267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EF6C00"/>
                </a:solidFill>
                <a:latin typeface="Arial"/>
              </a:rPr>
              <a:t>Ты восхитителен</a:t>
            </a:r>
          </a:p>
          <a:p>
            <a:pPr algn="ctr">
              <a:spcBef>
                <a:spcPts val="400"/>
              </a:spcBef>
              <a:spcAft>
                <a:spcPts val="0"/>
              </a:spcAft>
            </a:pPr>
            <a:r>
              <a:rPr sz="800" b="0">
                <a:solidFill>
                  <a:srgbClr val="EF6C00"/>
                </a:solidFill>
                <a:latin typeface="Arial"/>
              </a:rPr>
              <a:t>Игрок 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78247" y="5377267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6A1B9A"/>
                </a:solidFill>
                <a:latin typeface="Arial"/>
              </a:rPr>
              <a:t>Ты восхитителен</a:t>
            </a:r>
          </a:p>
          <a:p>
            <a:pPr algn="ctr">
              <a:spcBef>
                <a:spcPts val="400"/>
              </a:spcBef>
              <a:spcAft>
                <a:spcPts val="0"/>
              </a:spcAft>
            </a:pPr>
            <a:r>
              <a:rPr sz="800" b="0">
                <a:solidFill>
                  <a:srgbClr val="6A1B9A"/>
                </a:solidFill>
                <a:latin typeface="Arial"/>
              </a:rPr>
              <a:t>Игрок 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442742" y="5377267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838F"/>
                </a:solidFill>
                <a:latin typeface="Arial"/>
              </a:rPr>
              <a:t>Ты восхитителен</a:t>
            </a:r>
          </a:p>
          <a:p>
            <a:pPr algn="ctr">
              <a:spcBef>
                <a:spcPts val="400"/>
              </a:spcBef>
              <a:spcAft>
                <a:spcPts val="0"/>
              </a:spcAft>
            </a:pPr>
            <a:r>
              <a:rPr sz="800" b="0">
                <a:solidFill>
                  <a:srgbClr val="00838F"/>
                </a:solidFill>
                <a:latin typeface="Arial"/>
              </a:rPr>
              <a:t>Игрок 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4762" y="580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249257" y="580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13752" y="580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78247" y="580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442742" y="580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84762" y="2177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249257" y="2177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313752" y="2177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78247" y="2177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442742" y="2177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84762" y="3775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49257" y="3775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313752" y="3775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378247" y="3775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442742" y="3775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84762" y="5372504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249257" y="5372504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313752" y="5372504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378247" y="5372504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442742" y="5372504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84762" y="6969771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249257" y="6969771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313752" y="6969771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378247" y="6969771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442742" y="6969771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80000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80000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80000" y="3780000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80000" y="5377267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244495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244495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244495" y="3780000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244495" y="5377267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308990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308990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308990" y="3780000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308990" y="5377267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373485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373485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373485" y="3780000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373485" y="5377267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437980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437980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437980" y="3780000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437980" y="5377267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10502475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0502475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0502475" y="3780000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0502475" y="5377267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42742" y="585465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конченных интровертов</a:t>
            </a:r>
          </a:p>
        </p:txBody>
      </p:sp>
      <p:sp>
        <p:nvSpPr>
          <p:cNvPr id="3" name="Rectangle 2"/>
          <p:cNvSpPr/>
          <p:nvPr/>
        </p:nvSpPr>
        <p:spPr>
          <a:xfrm>
            <a:off x="6378247" y="585465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здесь присутствующих</a:t>
            </a:r>
          </a:p>
        </p:txBody>
      </p:sp>
      <p:sp>
        <p:nvSpPr>
          <p:cNvPr id="4" name="Rectangle 3"/>
          <p:cNvSpPr/>
          <p:nvPr/>
        </p:nvSpPr>
        <p:spPr>
          <a:xfrm>
            <a:off x="4313752" y="585465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ухоженных дровосеков</a:t>
            </a:r>
          </a:p>
        </p:txBody>
      </p:sp>
      <p:sp>
        <p:nvSpPr>
          <p:cNvPr id="5" name="Rectangle 4"/>
          <p:cNvSpPr/>
          <p:nvPr/>
        </p:nvSpPr>
        <p:spPr>
          <a:xfrm>
            <a:off x="2249257" y="585465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твоих бывших</a:t>
            </a:r>
          </a:p>
        </p:txBody>
      </p:sp>
      <p:sp>
        <p:nvSpPr>
          <p:cNvPr id="6" name="Rectangle 5"/>
          <p:cNvSpPr/>
          <p:nvPr/>
        </p:nvSpPr>
        <p:spPr>
          <a:xfrm>
            <a:off x="184762" y="585465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соседей сверху</a:t>
            </a:r>
          </a:p>
        </p:txBody>
      </p:sp>
      <p:sp>
        <p:nvSpPr>
          <p:cNvPr id="7" name="Rectangle 6"/>
          <p:cNvSpPr/>
          <p:nvPr/>
        </p:nvSpPr>
        <p:spPr>
          <a:xfrm>
            <a:off x="8442742" y="2182732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любителей настолок</a:t>
            </a:r>
          </a:p>
        </p:txBody>
      </p:sp>
      <p:sp>
        <p:nvSpPr>
          <p:cNvPr id="8" name="Rectangle 7"/>
          <p:cNvSpPr/>
          <p:nvPr/>
        </p:nvSpPr>
        <p:spPr>
          <a:xfrm>
            <a:off x="6378247" y="2182732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самокатчиков</a:t>
            </a:r>
          </a:p>
        </p:txBody>
      </p:sp>
      <p:sp>
        <p:nvSpPr>
          <p:cNvPr id="9" name="Rectangle 8"/>
          <p:cNvSpPr/>
          <p:nvPr/>
        </p:nvSpPr>
        <p:spPr>
          <a:xfrm>
            <a:off x="4313752" y="2182732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бабок у подъезда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49257" y="2182732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чемпионов френдзоны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4762" y="2182732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пузатых скуфов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42742" y="3780000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милф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78247" y="3780000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душнил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13752" y="3780000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нейросетей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49257" y="3780000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нейросетей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