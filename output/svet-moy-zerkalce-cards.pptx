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Произнеси заклинание превращения в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Подбери прозвище для любого из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Составь комплимент, который вгонит в краску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Что пригодится для пранка над любым из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Какую пользу можно ожидать от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Какой подлянки можно ожидать от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Лучший подарок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 соблазнить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6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4925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375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7824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4274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476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925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375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824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274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476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49257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1375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8247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4274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4762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9257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3752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78247" y="5480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000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000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000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449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449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44495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0899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899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0899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7348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348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73485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3798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3798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37980" y="3888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0247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0247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запросов · ЛИЦО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Arial"/>
              </a:rPr>
              <a:t>здесь присутствующих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ухоженных дровосеков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соседей сверху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2742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любителей настолок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8247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самокатчиков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бабок у подъезда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257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чемпионов френдзоны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пузатых скуфов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42742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милф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8247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душнил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нейросетей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9257" y="3888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очкариков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запросов · ОБОРОТ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2828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565C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F6C00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693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A1B9A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290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38F"/>
                </a:solidFill>
                <a:latin typeface="Arial"/>
              </a:rPr>
              <a:t>Ты восхитителен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476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4925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375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8247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42742" y="688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6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925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75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8247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42742" y="2285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62" y="3883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000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000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449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4495" y="2290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899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348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7980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02475" y="693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4762" y="184762"/>
            <a:ext cx="10322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«Ты восхитителен»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