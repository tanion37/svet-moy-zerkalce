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Заклинание превращения в одного 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Подбери прозвище для кого-то 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Комплимент, который вгонит в краску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Почему стоит избегать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Какая польза от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Какой подлянки ждать от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Лучший подарок для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соблазнить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6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4925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375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7824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4274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476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925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375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824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274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476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49257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1375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8247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4274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4762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9257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3752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78247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000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000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000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449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449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44495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0899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899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0899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7348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348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73485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3798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3798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3798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0247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0247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ЛИЦО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Arial"/>
              </a:rPr>
              <a:t>здесь присутствующих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ухоженных дровосеков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соседей сверху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274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любителей настолок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8247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самокатчиков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бабок у подъезда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257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чемпионов френдзоны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пузатых скуфов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42742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милф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8247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душнил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нейросетей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9257" y="3888000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очкариков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ОБОРОТ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2828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5C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F6C0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A1B9A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38F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476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4925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375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824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4274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6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925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75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824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4274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6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000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00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449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449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899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348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798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0247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«Ты восхитителен»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