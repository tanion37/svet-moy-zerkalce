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692000" cy="75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000" y="485999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b" wrap="square" lIns="348480" rIns="348480" tIns="816480" bIns="1260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Заклинание превращения в одного из</a:t>
            </a:r>
          </a:p>
        </p:txBody>
      </p:sp>
      <p:sp>
        <p:nvSpPr>
          <p:cNvPr id="3" name="Rectangle 2"/>
          <p:cNvSpPr/>
          <p:nvPr/>
        </p:nvSpPr>
        <p:spPr>
          <a:xfrm>
            <a:off x="3762000" y="485999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b" wrap="square" lIns="348480" rIns="348480" tIns="816480" bIns="1260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Расскажи чем испугать всех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930000" y="485999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b" wrap="square" lIns="348480" rIns="348480" tIns="816480" bIns="1260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Подбери прозвище для кого-то из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000" y="2754000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b" wrap="square" lIns="348480" rIns="348480" tIns="816480" bIns="1260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Придумай страшное проклятие для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2000" y="2754000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b" wrap="square" lIns="348480" rIns="348480" tIns="816480" bIns="1260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Комплимент, который вгонит в краску</a:t>
            </a:r>
          </a:p>
        </p:txBody>
      </p:sp>
      <p:sp>
        <p:nvSpPr>
          <p:cNvPr id="7" name="Rectangle 6"/>
          <p:cNvSpPr/>
          <p:nvPr/>
        </p:nvSpPr>
        <p:spPr>
          <a:xfrm>
            <a:off x="6930000" y="2754000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b" wrap="square" lIns="348480" rIns="348480" tIns="816480" bIns="1260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Подскажи как отшить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000" y="5022000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b" wrap="square" lIns="348480" rIns="348480" tIns="816480" bIns="1260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Почему стоит избегать</a:t>
            </a:r>
          </a:p>
        </p:txBody>
      </p:sp>
      <p:sp>
        <p:nvSpPr>
          <p:cNvPr id="9" name="Rectangle 8"/>
          <p:cNvSpPr/>
          <p:nvPr/>
        </p:nvSpPr>
        <p:spPr>
          <a:xfrm>
            <a:off x="3762000" y="5022000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b" wrap="square" lIns="348480" rIns="348480" tIns="816480" bIns="1260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Какая польза от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30000" y="5022000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b" wrap="square" lIns="348480" rIns="348480" tIns="816480" bIns="1260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Назови тайную слабость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000" y="481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2000" y="481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30000" y="481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000" y="2749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62000" y="2749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30000" y="2749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000" y="5017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62000" y="5017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30000" y="5017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000" y="7285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62000" y="7285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30000" y="7285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89237" y="485999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9237" y="2754000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9237" y="5022000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57237" y="485999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57237" y="2754000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57237" y="5022000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25237" y="485999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25237" y="2754000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25237" y="5022000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93237" y="485999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93237" y="2754000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093237" y="5022000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4762" y="184762"/>
            <a:ext cx="10322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rial"/>
              </a:rPr>
              <a:t>Карты запросов · ЛИЦО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000" y="485999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b" wrap="square" lIns="348480" rIns="348480" tIns="816480" bIns="1260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Какое наказание ждёт в аду для</a:t>
            </a:r>
          </a:p>
        </p:txBody>
      </p:sp>
      <p:sp>
        <p:nvSpPr>
          <p:cNvPr id="3" name="Rectangle 2"/>
          <p:cNvSpPr/>
          <p:nvPr/>
        </p:nvSpPr>
        <p:spPr>
          <a:xfrm>
            <a:off x="3762000" y="485999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b" wrap="square" lIns="348480" rIns="348480" tIns="816480" bIns="1260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Чем оскорбить любого из</a:t>
            </a:r>
          </a:p>
        </p:txBody>
      </p:sp>
      <p:sp>
        <p:nvSpPr>
          <p:cNvPr id="4" name="Rectangle 3"/>
          <p:cNvSpPr/>
          <p:nvPr/>
        </p:nvSpPr>
        <p:spPr>
          <a:xfrm>
            <a:off x="6930000" y="485999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b" wrap="square" lIns="348480" rIns="348480" tIns="816480" bIns="1260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Какой подлянки ждать от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000" y="2754000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b" wrap="square" lIns="348480" rIns="348480" tIns="816480" bIns="1260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Лучший подарок для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2000" y="2754000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b" wrap="square" lIns="348480" rIns="348480" tIns="816480" bIns="1260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Чем соблазнить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000" y="481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62000" y="481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30000" y="481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000" y="2749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2000" y="2749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0000" y="2749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000" y="5017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62000" y="5017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9237" y="485999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9237" y="2754000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57237" y="485999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57237" y="2754000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25237" y="485999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25237" y="2754000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93237" y="485999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4762" y="184762"/>
            <a:ext cx="10322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rial"/>
              </a:rPr>
              <a:t>Карты запросов · ЛИЦО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