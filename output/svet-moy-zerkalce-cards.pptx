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Предложи ингредиенты любовного зелья для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Произнеси заклинание превращения в*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кто самый вонючий из*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испугать всех*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подкупать*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тайную слабость*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Подбери прозвище для любого из*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Объясни как быстро «уложить»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страшное проклятие для*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эффективнее будить*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Составь комплимент, который вгонит в краску*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причину, по которой стоит избегать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задобрить наутро одного из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преступление типично для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эффективно очаровывать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76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Опиши худшее свидание для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25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375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Сочини сообщение «мы должны серьёзно поговорить» для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824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заменить утренний кофе для*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74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чем взять на слабо*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*здесь присутствующих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*героев тупых комедий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*животных на ферме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*бородатых мужиков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*вечных опоздунов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*соседей сверху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коллег после корпоратива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*ухоженных дровосеков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*ручных питомцев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*любителей настолок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*фанатов комиксов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жертв пластической хирургии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гламурных девиц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76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чемпионов френдзоны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25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алкашей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375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*бабок у подъезда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824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*маменькиных сынков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74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*самокатчиков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Без чего нельзя представить*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За что ненавидят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Для кого сняли кино про*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Что пригодится для пранка над любым из*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Какую пользу можно ожидать от*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Какой подлянки можно ожидать от*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Любимая игра*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лекарство от головной боли лучше всего подойдёт для*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Лучший подарок*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*душнил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милф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пузатых скуфов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*кошатниц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*собачников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*ботаников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*нейросетей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яжмамок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*качков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вахтёров женской общаги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*очкариков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Я первый!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62828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65C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7D32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F6C0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A1B9A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838F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194" rIns="65194" tIns="52155" bIns="52155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Без тормозов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Первый накрывает «Я первый»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Остальным: «Не тормози!» + 10 пальцев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Не успел — пропуск (не цель голоса, сам кидает)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Ничья голосов: «Я первый» побеждает один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