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0692000" cy="756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Предложи ингредиенты любовного зелья для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Произнеси заклинание превращения в*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кто самый вонючий из*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испугать всех*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Посоветуй чем подкупать*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тайную слабость*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Подбери прозвище для любого из*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Объясни как быстро «уложить»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страшное проклятие для*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чем эффективнее будить*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Составь комплимент, который вгонит в краску*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4925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Назови причину, по которой стоит избегать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Посоветуй чем задобрить наутро одного из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7824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преступление типично для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4274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Скажи чем эффективно очаровывать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8476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Опиши худшее свидание для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24925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Подскажи как отшить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375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Сочини сообщение «мы должны серьёзно поговорить» для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37824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Расскажи чем заменить утренний кофе для*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44274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Придумай чем взять на слабо*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24925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31375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378247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844274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8476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24925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431375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78247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442742" y="6969771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18000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224449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30899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30899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637348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7348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843798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8437980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1050247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10502475" y="5377267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*бородатых мужиков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*животных на ферме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*героев тупых комедий</a:t>
            </a:r>
          </a:p>
        </p:txBody>
      </p:sp>
      <p:sp>
        <p:nvSpPr>
          <p:cNvPr id="5" name="Rectangle 4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конченных интровертов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*здесь присутствующих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*ухоженных дровосеков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твоих бывших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твоих коллег после корпоратива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*соседей сверху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*вечных опоздунов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4274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гламурных девиц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7824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жертв пластической хирургии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1375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*фанатов комиксов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9257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*любителей настолок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*ручных питомцев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44274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*самокатчиков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7824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*маменькиных сынков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375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*бабок у подъезда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9257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алкашей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4762" y="5377267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чемпионов френдзоны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Чем оскорбить любого из</a:t>
            </a:r>
          </a:p>
        </p:txBody>
      </p:sp>
      <p:sp>
        <p:nvSpPr>
          <p:cNvPr id="3" name="Rectangle 2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Без чего нельзя представить*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За что ненавидят</a:t>
            </a:r>
          </a:p>
        </p:txBody>
      </p:sp>
      <p:sp>
        <p:nvSpPr>
          <p:cNvPr id="5" name="Rectangle 4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Для кого сняли кино про*</a:t>
            </a:r>
          </a:p>
        </p:txBody>
      </p:sp>
      <p:sp>
        <p:nvSpPr>
          <p:cNvPr id="6" name="Rectangle 5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Что пригодится для пранка над любым из*</a:t>
            </a:r>
          </a:p>
        </p:txBody>
      </p:sp>
      <p:sp>
        <p:nvSpPr>
          <p:cNvPr id="7" name="Rectangle 6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Какую пользу можно ожидать от*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Какой подлянки можно ожидать от*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наказание ждёт в аду для</a:t>
            </a:r>
          </a:p>
        </p:txBody>
      </p:sp>
      <p:sp>
        <p:nvSpPr>
          <p:cNvPr id="10" name="Rectangle 9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Любимая игра*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Какое лекарство от головной боли лучше всего подойдёт для*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476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b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Лучший подарок*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24925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1375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78247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4274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24925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375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378247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44274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8476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24925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375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78247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442742" y="3775237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84762" y="5372504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18000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80000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24449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244495" y="3780000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30899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0899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37348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7348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43798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437980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1050247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10502475" y="2182732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44274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*собачников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37824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*кошатниц</a:t>
            </a:r>
          </a:p>
        </p:txBody>
      </p:sp>
      <p:sp>
        <p:nvSpPr>
          <p:cNvPr id="4" name="Rectangle 3"/>
          <p:cNvSpPr/>
          <p:nvPr/>
        </p:nvSpPr>
        <p:spPr>
          <a:xfrm>
            <a:off x="431375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пузатых скуфов</a:t>
            </a:r>
          </a:p>
        </p:txBody>
      </p:sp>
      <p:sp>
        <p:nvSpPr>
          <p:cNvPr id="5" name="Rectangle 4"/>
          <p:cNvSpPr/>
          <p:nvPr/>
        </p:nvSpPr>
        <p:spPr>
          <a:xfrm>
            <a:off x="2249257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милф</a:t>
            </a:r>
          </a:p>
        </p:txBody>
      </p:sp>
      <p:sp>
        <p:nvSpPr>
          <p:cNvPr id="6" name="Rectangle 5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*душнил</a:t>
            </a:r>
          </a:p>
        </p:txBody>
      </p:sp>
      <p:sp>
        <p:nvSpPr>
          <p:cNvPr id="7" name="Rectangle 6"/>
          <p:cNvSpPr/>
          <p:nvPr/>
        </p:nvSpPr>
        <p:spPr>
          <a:xfrm>
            <a:off x="844274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вахтёров женской общаги</a:t>
            </a:r>
          </a:p>
        </p:txBody>
      </p:sp>
      <p:sp>
        <p:nvSpPr>
          <p:cNvPr id="8" name="Rectangle 7"/>
          <p:cNvSpPr/>
          <p:nvPr/>
        </p:nvSpPr>
        <p:spPr>
          <a:xfrm>
            <a:off x="637824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*качков</a:t>
            </a:r>
          </a:p>
        </p:txBody>
      </p:sp>
      <p:sp>
        <p:nvSpPr>
          <p:cNvPr id="9" name="Rectangle 8"/>
          <p:cNvSpPr/>
          <p:nvPr/>
        </p:nvSpPr>
        <p:spPr>
          <a:xfrm>
            <a:off x="431375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яжмамок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9257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*нейросетей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84762" y="2182732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*ботаников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442742" y="3780000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72438" rIns="72438" tIns="57950" bIns="57950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A1A1A"/>
                </a:solidFill>
                <a:latin typeface="Arial"/>
              </a:rPr>
              <a:t>*очкариков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4762" y="585465"/>
            <a:ext cx="2064494" cy="1597267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65194" rIns="65194" tIns="52155" bIns="52155"/>
          <a:lstStyle/>
          <a:p>
            <a:pPr algn="ctr">
              <a:spcBef>
                <a:spcPts val="0"/>
              </a:spcBef>
              <a:spcAft>
                <a:spcPts val="200"/>
              </a:spcAft>
            </a:pPr>
            <a:r>
              <a:rPr sz="1000" b="1">
                <a:solidFill>
                  <a:srgbClr val="1A1A1A"/>
                </a:solidFill>
                <a:latin typeface="Arial"/>
              </a:rPr>
              <a:t>Без тормозов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Первый накрывает «Я первый»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Остальным: «Не тормози!» + 10 пальцев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Не успел — пропуск (не цель голоса, сам кидает)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1A1A1A"/>
                </a:solidFill>
                <a:latin typeface="Arial"/>
              </a:rPr>
              <a:t>• Ничья голосов: «Я первый» побеждает один</a:t>
            </a:r>
          </a:p>
        </p:txBody>
      </p:sp>
      <p:sp>
        <p:nvSpPr>
          <p:cNvPr id="3" name="Rectangle 2"/>
          <p:cNvSpPr/>
          <p:nvPr/>
        </p:nvSpPr>
        <p:spPr>
          <a:xfrm>
            <a:off x="184762" y="580703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84762" y="2177970"/>
            <a:ext cx="2064494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180000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44495" y="585465"/>
            <a:ext cx="9525" cy="1597267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