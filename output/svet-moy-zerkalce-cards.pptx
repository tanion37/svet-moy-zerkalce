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Заклинание превращения в одного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Подбери прозвище для кого-то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Почему стоит избегать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Какая польза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Какой подлянки ждать от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Лучший подарок для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925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375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824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274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476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925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375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7824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000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4449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899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899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348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7348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3798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3798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0247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2828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F6C0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A1B9A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38F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«Ты восхитителен»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