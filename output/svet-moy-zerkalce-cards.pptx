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Заклинание превращения в одного 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3762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Расскажи чем испугать всех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930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560520" rIns="56052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Подбери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прозвище для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кого-то из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Придумай страшное проклятие для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2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Комплимент, который вгонит в краску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930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Подскажи как отшить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000" y="5022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Почему стоит избегать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2000" y="5022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Какая польза от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30000" y="5022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Назови тайную слабость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2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30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62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30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000" y="5017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62000" y="5017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30000" y="5017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000" y="7285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62000" y="7285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30000" y="7285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9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9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9237" y="5022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57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57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57237" y="5022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25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25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25237" y="5022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93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93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93237" y="5022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запросов · ЛИЦО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Какое наказание ждёт в аду для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3762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Чем оскорбить любого 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6930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Какой подлянки ждать от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Лучший подарок для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2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b" wrap="square" lIns="348480" rIns="348480" tIns="816480" bIns="1260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Чем соблазнить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62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30000" y="481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2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0000" y="2749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000" y="5017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62000" y="5017237"/>
            <a:ext cx="3168000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9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57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57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25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25237" y="2754000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93237" y="485999"/>
            <a:ext cx="9525" cy="2268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запросов · ЛИЦО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