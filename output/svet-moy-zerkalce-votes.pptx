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000" y="485999"/>
            <a:ext cx="3168000" cy="2268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6400" rIns="86400" tIns="72000" bIns="72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62828"/>
                </a:solidFill>
                <a:latin typeface="Arial"/>
              </a:rPr>
              <a:t>Ты восхитителен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C62828"/>
                </a:solidFill>
                <a:latin typeface="Arial"/>
              </a:rPr>
              <a:t>Игрок 1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6400" rIns="86400" tIns="72000" bIns="72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65C0"/>
                </a:solidFill>
                <a:latin typeface="Arial"/>
              </a:rPr>
              <a:t>Ты восхитителен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1565C0"/>
                </a:solidFill>
                <a:latin typeface="Arial"/>
              </a:rPr>
              <a:t>Игрок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30000" y="485999"/>
            <a:ext cx="3168000" cy="2268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6400" rIns="86400" tIns="72000" bIns="72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Arial"/>
              </a:rPr>
              <a:t>Ты восхитителен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2E7D32"/>
                </a:solidFill>
                <a:latin typeface="Arial"/>
              </a:rPr>
              <a:t>Игрок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" y="2754000"/>
            <a:ext cx="3168000" cy="2268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6400" rIns="86400" tIns="72000" bIns="72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6C00"/>
                </a:solidFill>
                <a:latin typeface="Arial"/>
              </a:rPr>
              <a:t>Ты восхитителен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F6C00"/>
                </a:solidFill>
                <a:latin typeface="Arial"/>
              </a:rPr>
              <a:t>Игрок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6400" rIns="86400" tIns="72000" bIns="72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A1B9A"/>
                </a:solidFill>
                <a:latin typeface="Arial"/>
              </a:rPr>
              <a:t>Ты восхитителен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6A1B9A"/>
                </a:solidFill>
                <a:latin typeface="Arial"/>
              </a:rPr>
              <a:t>Игрок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0000" y="2754000"/>
            <a:ext cx="3168000" cy="2268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86400" rIns="86400" tIns="72000" bIns="72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838F"/>
                </a:solidFill>
                <a:latin typeface="Arial"/>
              </a:rPr>
              <a:t>Ты восхитителен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00838F"/>
                </a:solidFill>
                <a:latin typeface="Arial"/>
              </a:rPr>
              <a:t>Игрок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62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0000" y="481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2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30000" y="2749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2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30000" y="5017237"/>
            <a:ext cx="3168000" cy="95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57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57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25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5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93237" y="485999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93237" y="2754000"/>
            <a:ext cx="9525" cy="2268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«Ты восхитителен»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