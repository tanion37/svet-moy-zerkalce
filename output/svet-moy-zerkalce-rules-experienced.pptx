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669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"/>
              </a:rPr>
              <a:t>Свет мой зеркальце. Режим «Для опытных»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72000"/>
            <a:ext cx="6696000" cy="578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3–6 игроков  ·  от 16 лет  ·  около 30 минут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Версия режима 1.0  ·  к версии основных правил 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586880"/>
            <a:ext cx="669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1A1A1A"/>
                </a:solidFill>
                <a:latin typeface="Arial"/>
              </a:rPr>
              <a:t>Этот режим – для игроков, которые уже знают основную игру. Здесь собраны только отличия.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1A1A1A"/>
                </a:solidFill>
                <a:latin typeface="Arial"/>
              </a:rPr>
              <a:t>Всё, что ниже не изменено, выполняется как в основных правилах.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171520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ПОДГОТОВКА К ИГРЕ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459519"/>
            <a:ext cx="6696000" cy="150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Шаги с колодой карт запросов и картами «Ты восхитителен» не меняются.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Вместо того чтобы раскидывать все карты букв лицом вверх в центре стола с пустыми руками: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1. Перемешайте карты букв.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2. Раздайте каждому игроку по 10 карт букв в руку. Карты букв в руке другие игроки не видят.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3. Оставшиеся карты букв отложите в сторону – в этом режиме они не используются.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Новую раздачу карт букв в следующих раундах не делайте: рука переходит из раунда в раунд.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3997439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СОСТАВЛЕНИЕ ОТВЕТА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285440"/>
            <a:ext cx="4428000" cy="14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Игроки по-прежнему составляют ответы одновременно.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Ответ можно собирать только из карт букв своей руки.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Карты букв из рук других игроков и из отложенной стопки брать нельзя.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Общей кучи карт букв в центре стола в этом режиме нет.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Несыгранные карты букв остаются у игрока в руке.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Джокеры – как в основных правилах.</a:t>
            </a:r>
          </a:p>
        </p:txBody>
      </p:sp>
      <p:pic>
        <p:nvPicPr>
          <p:cNvPr id="9" name="Picture 8" descr="card-letter-dup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4285440"/>
            <a:ext cx="2088000" cy="10669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0000" y="5363235"/>
            <a:ext cx="208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карты букв: лицо и рубашка-джокер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811840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РАССКАЗ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099840"/>
            <a:ext cx="6696000" cy="12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Когда все игроки выложили ответы, перед голосованием каждый игрок может рассказать,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почему его ответ является хорошим ответом на запрос. Объяснять не обязательно.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Порядок рассказа – по часовой стрелке от победителя предыдущего раунда;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в первом раунде – от любого игрока по договорённости.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Голосование после этого идёт как в основных правилах.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7399440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ПЕРЕДАЧА КАРТ БУКВ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7687440"/>
            <a:ext cx="6696000" cy="20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Шаг «Возврат карт букв» в центр стола не выполняется.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Вместо него после победителя раунда и возврата карт «Ты восхитителен» владельцам: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1. Каждый игрок передаёт использованные карты букв соседу слева.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Использованные – выложенные как ответ, в том числе джокеры.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2. Неиспользованные карты букв остаются у игрока в руке.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3. Если после передачи меньше 7 карт букв – берите случайные (не глядя)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у игрока с самой большой рукой, пока не станет 7.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При равенстве выберите сами, у кого брать.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Если не хватает нескольким – по часовой стрелке от победителя раунда.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669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1A1A1A"/>
                </a:solidFill>
                <a:latin typeface="Arial"/>
              </a:rPr>
              <a:t>Пример: у Насти после передачи 6 карт букв, у Артёма 14, у Кирилла 10.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1A1A1A"/>
                </a:solidFill>
                <a:latin typeface="Arial"/>
              </a:rPr>
              <a:t>Настя берёт 1 случайную карту буквы из руки Артёма. Теперь у Насти 7 карт букв, у Артёма 13.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16640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ЧАСТЫЕ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304640"/>
            <a:ext cx="6696000" cy="18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Можно ли в раунде брать карты букв из центра стола?  Нет. Общей кучи карт букв нет.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Обязательно ли объяснять свой ответ?  Нет. Игрок может промолчать.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Что считать использованными картами букв?  Только выложенные как ответ, в том числе джокеры.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Нужно ли снова раздавать по 10 карт букв каждый раунд?  Нет. Раздача только при подготовке.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Можно ли смотреть карты букв в руке другого игрока?  Нет.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Куда попадают переданные карты букв?  Сосед слева берёт их в свою руку.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? Не хватает карт букв нескольким игрокам?  По часовой стрелке от победителя раунда;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после каждого взятия заново смотрите, у кого карт букв больше всего.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198240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ПАМЯТКА РАУНДА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3486240"/>
            <a:ext cx="1224000" cy="7920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909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A1A1A"/>
                </a:solidFill>
                <a:latin typeface="Arial"/>
              </a:rPr>
              <a:t>1. Запрос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0" y="3486240"/>
            <a:ext cx="1224000" cy="7920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909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A1A1A"/>
                </a:solidFill>
                <a:latin typeface="Arial"/>
              </a:rPr>
              <a:t>2. Ответ из руки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8000" y="3486240"/>
            <a:ext cx="1224000" cy="7920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909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A1A1A"/>
                </a:solidFill>
                <a:latin typeface="Arial"/>
              </a:rPr>
              <a:t>3. Рассказ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6000" y="3486240"/>
            <a:ext cx="1224000" cy="7920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909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A1A1A"/>
                </a:solidFill>
                <a:latin typeface="Arial"/>
              </a:rPr>
              <a:t>4. Голосование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4000" y="3486240"/>
            <a:ext cx="1224000" cy="7920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909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A1A1A"/>
                </a:solidFill>
                <a:latin typeface="Arial"/>
              </a:rPr>
              <a:t>5. Передача влево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4386240"/>
            <a:ext cx="6696000" cy="150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1. Открыть карту запроса – как в основных правилах.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2. Составить ответ только из карт букв своей руки и выложить его.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3. По желанию рассказать, почему это хороший ответ на запрос.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4. Проголосовать – как в основных правилах.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5. Передать использованные карты букв соседу слева. Если карт букв меньше 7 –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добрать случайные карты букв до 7 у игрока с самой большой рукой.</a:t>
            </a:r>
          </a:p>
        </p:txBody>
      </p:sp>
      <p:pic>
        <p:nvPicPr>
          <p:cNvPr id="12" name="Picture 11" descr="card-letter-dup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00" y="6380990"/>
            <a:ext cx="2232000" cy="11405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0" y="7539571"/>
            <a:ext cx="223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карты букв в руке; рубашка – джокер</a:t>
            </a:r>
          </a:p>
        </p:txBody>
      </p:sp>
      <p:pic>
        <p:nvPicPr>
          <p:cNvPr id="14" name="Picture 13" descr="card-vote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000" y="5924160"/>
            <a:ext cx="2232000" cy="15974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52000" y="7539571"/>
            <a:ext cx="223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голосование без изменений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7953571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СОЗДАТЕЛИ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8241571"/>
            <a:ext cx="6696000" cy="74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Автор: Юрий Ямщиков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Редакция / развитие: [плейсхолдер]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Версия режима 1.0 (к версии основных правил 3.7)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9019171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rial"/>
              </a:rPr>
              <a:t>КОНТАКТЫ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9307171"/>
            <a:ext cx="6696000" cy="51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Контакты автора: t.me/tanion, vk.ru/tanion, yury@nxt.ru, +79213189331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(не стесняйтесь звонить / писать при возникновении вопросов)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