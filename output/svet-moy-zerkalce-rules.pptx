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Arial"/>
              </a:rPr>
              <a:t>Свет мой зеркальце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360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2E5A88"/>
                </a:solidFill>
                <a:latin typeface="Arial"/>
              </a:rPr>
              <a:t>ПРАВИЛА ИГРЫ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96000"/>
            <a:ext cx="6696000" cy="10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3–6 игроков  ·  от 16 лет  ·  около 30 минут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Контакты автора: yury.yamshchikov@gmail.com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Версия правил 0.5  ·  стиль редакции МХ (прототип)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2880000"/>
            <a:ext cx="6696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00" b="1">
                <a:solidFill>
                  <a:srgbClr val="1A1A1A"/>
                </a:solidFill>
                <a:latin typeface="Arial"/>
              </a:rPr>
              <a:t>Пати-игра: служба поддержки волшебного зеркала,
буквы и голосование «Ты восхитителен»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ОБ ИГРЕ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25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Вы – гремлины службы поддержки волшебного сервиса «Зеркальце».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Клиенты задают через зеркало странные вопросы, а вы на лету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собираете ответы из карт букв.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Чем смешнее и точнее реакция зала – тем выше шанс забрать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карту запроса себе. Побеждает тот, у кого к концу колоды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больше всего таких карт.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Содержание: взрослый и чёрный юмор (в т.ч. намёки на отношения,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алкоголь и табак). Политика и религия не используются.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40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СОСТАВ ИГРЫ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3726000"/>
            <a:ext cx="6696000" cy="102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14 карт запросов (двусторонние: начало + окончание фразы)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карты букв – по PnP-набору (частотность русского языка)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6 карт «Ты восхитителен» (по 1 каждого цвета)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правила, которые вы читаете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ПОДГОТОВКА К ИГРЕ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154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Перемешайте колоду запросов и положите её рубашками вверх.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Верхняя карта показывает вторую половину будущего запроса.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Каждый игрок выбирает цвет и берёт карту «Ты восхитителен»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своего цвета. Лишние уберите в коробку.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Перемешайте карты букв и раздайте поровну. Остаток колоды,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если не делится без остатка, уберите в коробку закрытым.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23724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СХЕМА СТОЛА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88000" y="2984400"/>
            <a:ext cx="1584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Колода запросов
рубашками вверх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0" y="4316400"/>
            <a:ext cx="1800000" cy="792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0">
                <a:solidFill>
                  <a:srgbClr val="1A1A1A"/>
                </a:solidFill>
                <a:latin typeface="Arial"/>
              </a:rPr>
              <a:t>Игрок A
буквы + голос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0000" y="4316400"/>
            <a:ext cx="1800000" cy="792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0">
                <a:solidFill>
                  <a:srgbClr val="1A1A1A"/>
                </a:solidFill>
                <a:latin typeface="Arial"/>
              </a:rPr>
              <a:t>Игрок B
буквы + голос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0000" y="5576400"/>
            <a:ext cx="1800000" cy="792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0">
                <a:solidFill>
                  <a:srgbClr val="1A1A1A"/>
                </a:solidFill>
                <a:latin typeface="Arial"/>
              </a:rPr>
              <a:t>Игрок C
буквы + голос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0" y="5576400"/>
            <a:ext cx="1800000" cy="792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0">
                <a:solidFill>
                  <a:srgbClr val="1A1A1A"/>
                </a:solidFill>
                <a:latin typeface="Arial"/>
              </a:rPr>
              <a:t>Игрок D
буквы + голос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КАК УСТРОЕНА КАРТА ЗАПРОСА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128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Лицевая сторона – начало фразы-запроса.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Рубашка – окончание фразы-запроса.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Рамка зеркала на всех картах одинаковая: лицевая одной карты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 рубашка следующей сверху в колоде складываются в целый запрос.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2115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ПРИМЕР ЗЕРКАЛА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2583000"/>
            <a:ext cx="2880000" cy="1296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000" b="1">
                <a:solidFill>
                  <a:srgbClr val="1A1A1A"/>
                </a:solidFill>
                <a:latin typeface="Arial"/>
              </a:rPr>
              <a:t>ЛИЦЕВАЯ
«Расскажи чем
испугать всех»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456000" y="3087000"/>
            <a:ext cx="360000" cy="216000"/>
          </a:xfrm>
          <a:prstGeom prst="rightArrow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0" y="2583000"/>
            <a:ext cx="2880000" cy="1296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000" b="1">
                <a:solidFill>
                  <a:srgbClr val="1A1A1A"/>
                </a:solidFill>
                <a:latin typeface="Arial"/>
              </a:rPr>
              <a:t>РУБАШКА колоды
«соседей сверху»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4167000"/>
            <a:ext cx="6696000" cy="79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00" b="1">
                <a:solidFill>
                  <a:srgbClr val="2E5A88"/>
                </a:solidFill>
                <a:latin typeface="Arial"/>
              </a:rPr>
              <a:t>Читаете вслух: «Расскажи чем испугать всех соседей сверху»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ХОД ИГРЫ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5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идёт раундами. Все действия в раунде, кроме передачи карт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букв, выполняются одновременно, если не сказано иное.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3428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РАУНД – 4 ШАГА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666800"/>
            <a:ext cx="1440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1">
                <a:solidFill>
                  <a:srgbClr val="1A1A1A"/>
                </a:solidFill>
                <a:latin typeface="Arial"/>
              </a:rPr>
              <a:t>1
Открытие
запроса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08000" y="2062800"/>
            <a:ext cx="252000" cy="180000"/>
          </a:xfrm>
          <a:prstGeom prst="rightArrow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60000" y="1666800"/>
            <a:ext cx="1440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1">
                <a:solidFill>
                  <a:srgbClr val="1A1A1A"/>
                </a:solidFill>
                <a:latin typeface="Arial"/>
              </a:rPr>
              <a:t>2
Составление
ответа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36000" y="2062800"/>
            <a:ext cx="252000" cy="180000"/>
          </a:xfrm>
          <a:prstGeom prst="rightArrow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88000" y="1666800"/>
            <a:ext cx="1440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1">
                <a:solidFill>
                  <a:srgbClr val="1A1A1A"/>
                </a:solidFill>
                <a:latin typeface="Arial"/>
              </a:rPr>
              <a:t>3
Голосование
«Ты восхитителен»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364000" y="2062800"/>
            <a:ext cx="252000" cy="180000"/>
          </a:xfrm>
          <a:prstGeom prst="rightArrow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16000" y="1666800"/>
            <a:ext cx="1440000" cy="1008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800" b="1">
                <a:solidFill>
                  <a:srgbClr val="1A1A1A"/>
                </a:solidFill>
                <a:latin typeface="Arial"/>
              </a:rPr>
              <a:t>4
Передача
сыгранных букв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62800"/>
            <a:ext cx="6696000" cy="217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1. Снимите верхнюю карту, переверните на лицевую рядом с колодой.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Прочитайте: лицевая + рубашка новой верхней карты.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Если пары нет – конец игры.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2. Составьте ответ из букв на руке. Допустимы несуществующие слова.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Карта буквы рубашкой вверх = джокер (замену не озвучиваете).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3. Все одновременно кидают «Ты восхитителен» к другому игроку.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Победитель раунда забирает лицевую карту запроса.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4. Сыгранные буквы – соседу слева. Если букв &lt; 10 – добор справа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до равенства рук (лишняя при нечёте остаётся справа).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ПРИМЕР ГОЛОСОВАНИЯ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5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Запрос: «Чем соблазнить милф».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Игроки выложили ответы. Затем все кидают «Ты восхитителен».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2000" y="1486800"/>
            <a:ext cx="2016000" cy="115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Артём
ответ: ШОКОЛАД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782800"/>
            <a:ext cx="1440000" cy="504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0">
                <a:solidFill>
                  <a:srgbClr val="1A1A1A"/>
                </a:solidFill>
                <a:latin typeface="Arial"/>
              </a:rPr>
              <a:t>голосов: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4000" y="1486800"/>
            <a:ext cx="2016000" cy="115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Настя
ответ: ТИШИНА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000" y="2782800"/>
            <a:ext cx="1440000" cy="504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0">
                <a:solidFill>
                  <a:srgbClr val="1A1A1A"/>
                </a:solidFill>
                <a:latin typeface="Arial"/>
              </a:rPr>
              <a:t>голосов: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6000" y="1486800"/>
            <a:ext cx="2016000" cy="115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Кирилл
ответ: КОТЫ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4000" y="2782800"/>
            <a:ext cx="1440000" cy="504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900" b="0">
                <a:solidFill>
                  <a:srgbClr val="1A1A1A"/>
                </a:solidFill>
                <a:latin typeface="Arial"/>
              </a:rPr>
              <a:t>голосов: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3574800"/>
            <a:ext cx="6696000" cy="192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Победитель – Настя (3 голоса). Она берёт лицевую карту запроса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как победное очко. Карты «Ты восхитителен» возвращаются владельцам.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Ничья: все лидеры побеждают. Один берёт лицевую карту, остальные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по часовой стрелке – по карте с верха колоды запросов.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Опоздал кинуть голос: его карта не учитывается, а каждый другой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игрок получает по 2 голоса.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КАРТЫ БУКВ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5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Ответ собирается из карт на руке. Несыгранные карты остаются.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Любую карту можно сыграть рубашкой вверх как джокер.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2000" y="1414800"/>
            <a:ext cx="864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4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000" y="1414800"/>
            <a:ext cx="864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4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8000" y="1414800"/>
            <a:ext cx="864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4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000" y="1414800"/>
            <a:ext cx="864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4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4000" y="1414800"/>
            <a:ext cx="864000" cy="86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400" b="1">
                <a:solidFill>
                  <a:srgbClr val="2E5A88"/>
                </a:solidFill>
                <a:latin typeface="Arial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94800"/>
            <a:ext cx="6696000" cy="648000"/>
          </a:xfrm>
          <a:prstGeom prst="roundRect">
            <a:avLst/>
          </a:prstGeom>
          <a:noFill/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</a:rPr>
              <a:t>? = джокер (рубашка вверх). Замену вслух не называете.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34308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ПЕРЕДАЧА ПОСЛЕ РАУНДА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898800"/>
            <a:ext cx="1800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Вы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04000" y="4186800"/>
            <a:ext cx="432000" cy="216000"/>
          </a:xfrm>
          <a:prstGeom prst="rightArrow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000" y="3898800"/>
            <a:ext cx="1800000" cy="864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000" b="1">
                <a:solidFill>
                  <a:srgbClr val="1A1A1A"/>
                </a:solidFill>
                <a:latin typeface="Arial"/>
              </a:rPr>
              <a:t>Сосед
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2000" y="38268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>
                <a:solidFill>
                  <a:srgbClr val="1A1A1A"/>
                </a:solidFill>
                <a:latin typeface="Arial"/>
              </a:rPr>
              <a:t>Сыгранные
буквы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5050800"/>
            <a:ext cx="6696000" cy="48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Добор: если у вас меньше 10 карт, берите случайные у соседа справа,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пока руки не станут равны. При нечётной сумме лишняя остаётся справа.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КОНЕЦ ИГРЫ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180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заканчивается, когда колода запросов больше не позволяет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начать раунд (закончилась или осталась одна карта без пары).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Каждый считает карты запросов перед собой.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Побеждает игрок с наибольшим числом таких карт.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При ничьей – у кого больше карт букв на руках;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если и это одинаково – совместная победа.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26298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ЧАСТЫЕ 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2953800"/>
            <a:ext cx="6696000" cy="265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Можно ли кинуть «Ты восхитителен» себе?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Нет. Только другому игроку.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Карта упала между двумя игроками – чей голос?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Решает владелец карты словами.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Обязательно составлять существующее слово?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Нет. Допустимы неполные и выдуманные слова.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Сколько джокеров можно сыграть?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Сколько угодно. Но зал реже голосует за нечитаемый ответ.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СОЗДАТЕЛИ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56000"/>
            <a:ext cx="6696000" cy="25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Автор: Юрий Ямщиков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Редакция / развитие: [плейсхолдер]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Иллюстрации схемы: прототип (фигуры PPTX)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Стиль текста правил ориентирован на редакцию ООО «Мир Хобби».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Это прототип, не коммерческий буклет МХ.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Перепечатка и публикация без разрешения автора запрещены.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© 2026 Юрий Ямщиков. Версия правил 0.5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yury.yamshchikov@gmail.com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40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2E5A88"/>
                </a:solidFill>
                <a:latin typeface="Arial"/>
              </a:rPr>
              <a:t>ПАМЯТКА РАУНДА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3726000"/>
            <a:ext cx="6696000" cy="102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Открыть зеркало-запрос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Собрать ответ из букв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Кинуть «Ты восхитителен»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4. Передать сыгранные буквы влево → добрать при &lt;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