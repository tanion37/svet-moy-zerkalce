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A1A1A"/>
                </a:solidFill>
                <a:latin typeface="Arial"/>
              </a:rPr>
              <a:t>Свет мой зеркальце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64000"/>
            <a:ext cx="6696000" cy="108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ПРАВИЛА ИГРЫ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3–6 игроков  ·  от 16 лет  ·  около 30 минут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Контакты автора: yury.yamshchikov@gmail.com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Версия правил 0.6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985759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ОБ ИГРЕ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2273760"/>
            <a:ext cx="6696000" cy="1978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Вы – гремлины службы поддержки волшебного сервиса «Зеркальце».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Клиенты задают через зеркало странные вопросы, а вы на лету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собираете ответы из карт букв, которые берёте из общей кучи.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Чем смешнее и точнее реакция зала – тем выше шанс забрать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карту запроса себе. Побеждает тот, у кого к концу колоды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больше всего таких карт.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Содержание: взрослый и чёрный юмор (в т.ч. намёки на отношения,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алкоголь и табак). Политика и религия не используются.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288320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СОСТАВ ИГРЫ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4576320"/>
            <a:ext cx="6696000" cy="102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• 14 карт запросов (двусторонние: начало + окончание фразы)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• 72 карты букв (частотность русского языка; рубашка = джокер)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• 6 карт «Ты восхитителен» (по 1 каждого цвета)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• правила, которые вы читаете</a:t>
            </a:r>
          </a:p>
        </p:txBody>
      </p:sp>
      <p:pic>
        <p:nvPicPr>
          <p:cNvPr id="8" name="Picture 7" descr="card-request-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00" y="5637600"/>
            <a:ext cx="1224000" cy="9459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000" y="6602589"/>
            <a:ext cx="122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запрос · лицо</a:t>
            </a:r>
          </a:p>
        </p:txBody>
      </p:sp>
      <p:pic>
        <p:nvPicPr>
          <p:cNvPr id="10" name="Picture 9" descr="card-request-b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000" y="5637600"/>
            <a:ext cx="1224000" cy="9459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36000" y="6602589"/>
            <a:ext cx="122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запрос · оборот</a:t>
            </a:r>
          </a:p>
        </p:txBody>
      </p:sp>
      <p:pic>
        <p:nvPicPr>
          <p:cNvPr id="12" name="Picture 11" descr="card-le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000" y="5637600"/>
            <a:ext cx="1224000" cy="94594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68000" y="6602589"/>
            <a:ext cx="122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буква</a:t>
            </a:r>
          </a:p>
        </p:txBody>
      </p:sp>
      <p:pic>
        <p:nvPicPr>
          <p:cNvPr id="14" name="Picture 13" descr="card-letter-jok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0000" y="5637600"/>
            <a:ext cx="1224000" cy="94594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0000" y="6602589"/>
            <a:ext cx="122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джокер</a:t>
            </a:r>
          </a:p>
        </p:txBody>
      </p:sp>
      <p:pic>
        <p:nvPicPr>
          <p:cNvPr id="16" name="Picture 15" descr="card-vo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2000" y="5637600"/>
            <a:ext cx="1224000" cy="94594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32000" y="6602589"/>
            <a:ext cx="122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«Ты восхитителен»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000" y="7016589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ПОДГОТОВКА К ИГРЕ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000" y="7304589"/>
            <a:ext cx="6696000" cy="150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1. Перемешайте колоду запросов и положите её рубашками вверх.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   Верхняя карта показывает вторую половину будущего запроса.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2. Каждый игрок выбирает цвет и берёт карту «Ты восхитителен»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   своего цвета. Лишние уберите в коробку.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3. Раскиньте все карты букв лицом вверх в случайном порядке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   в центре стола. Руки игроков в начале раунда пустые.</a:t>
            </a:r>
          </a:p>
        </p:txBody>
      </p:sp>
      <p:pic>
        <p:nvPicPr>
          <p:cNvPr id="20" name="Picture 19" descr="setup-tab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70659" y="8842509"/>
            <a:ext cx="2218680" cy="14170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ЦЕЛЬ ИГРЫ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20000"/>
            <a:ext cx="6696000" cy="786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Набирайте карты запросов как победные очки. Когда колода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запросов больше не позволяет начать раунд, побеждает игрок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с наибольшим числом таких карт.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542960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КАК УСТРОЕНА КАРТА ЗАПРОСА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830960"/>
            <a:ext cx="6696000" cy="102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1. Лицевая сторона – начало фразы-запроса.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2. Рубашка – окончание фразы-запроса.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Рамка зеркала на всех картах одинаковая: лицевая одной карты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и рубашка следующей сверху в колоде складываются в целый запрос.</a:t>
            </a:r>
          </a:p>
        </p:txBody>
      </p:sp>
      <p:pic>
        <p:nvPicPr>
          <p:cNvPr id="6" name="Picture 5" descr="card-request-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000" y="2892240"/>
            <a:ext cx="2520000" cy="1947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6000" y="4859924"/>
            <a:ext cx="25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«Расскажи чем испугать всех»</a:t>
            </a:r>
          </a:p>
        </p:txBody>
      </p:sp>
      <p:pic>
        <p:nvPicPr>
          <p:cNvPr id="8" name="Picture 7" descr="card-request-b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4000" y="2892240"/>
            <a:ext cx="2520000" cy="1947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924000" y="4859924"/>
            <a:ext cx="25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«соседей сверху»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5273924"/>
            <a:ext cx="6696000" cy="31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Читаете вслух: «Расскажи чем испугать всех соседей сверху».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5620244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ХОД ИГРЫ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5908244"/>
            <a:ext cx="669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Игра идёт раундами. Все действия в раунде, кроме возврата карт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букв в центр, выполняются одновременно, если не сказано иное.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6492884"/>
            <a:ext cx="1566000" cy="792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Arial"/>
              </a:rPr>
              <a:t>1. Открытие запроса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2000" y="6492884"/>
            <a:ext cx="1566000" cy="792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Arial"/>
              </a:rPr>
              <a:t>2. Составление ответа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52000" y="6492884"/>
            <a:ext cx="1566000" cy="792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Arial"/>
              </a:rPr>
              <a:t>3. Голосование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62000" y="6492884"/>
            <a:ext cx="1566000" cy="792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Arial"/>
              </a:rPr>
              <a:t>4. Возврат букв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7392884"/>
            <a:ext cx="6696000" cy="25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1. Снимите верхнюю карту, переверните на лицевую рядом с колодой.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Прочитайте: лицевая + рубашка новой верхней карты.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Если пары нет – конец игры.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2. Игроки одновременно берут буквы из центра одной рукой по 1 карте.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Второй рукой можно держать взятое; копаться в куче нельзя.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Берите, пока хватит на ответ. Лишнее остаётся в центре.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Рубашка буквы вверх = джокер (замену вслух не называете).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3. Все одновременно кидают «Ты восхитителен» к другому игроку.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Победитель раунда забирает лицевую карту запроса.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4. Все карты букв возвращаются в центр, перемешиваются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и снова раскидываются лицом вверх.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СОСТАВЛЕНИЕ ОТВЕТА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20000"/>
            <a:ext cx="6696000" cy="786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Ответ – слово или фраза на усмотрение игрока. Допустимы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несуществующие и неполные слова. Несыгранные взятые буквы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остаются у игрока до конца раунда.</a:t>
            </a:r>
          </a:p>
        </p:txBody>
      </p:sp>
      <p:pic>
        <p:nvPicPr>
          <p:cNvPr id="4" name="Picture 3" descr="card-le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2000" y="1542960"/>
            <a:ext cx="1728000" cy="1335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72000" y="2897886"/>
            <a:ext cx="172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буква лицом</a:t>
            </a:r>
          </a:p>
        </p:txBody>
      </p:sp>
      <p:pic>
        <p:nvPicPr>
          <p:cNvPr id="6" name="Picture 5" descr="card-letter-jo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000" y="1542960"/>
            <a:ext cx="1728000" cy="1335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960000" y="2897886"/>
            <a:ext cx="172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рубашка = джокер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239886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ГОЛОСОВАНИЕ «ТЫ ВОСХИТИТЕЛЕН»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3527886"/>
            <a:ext cx="6696000" cy="14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Карта должна быть в руке. Все кидают одновременно к другому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игроку: себе оставлять нельзя. Неясно, к кому упала – решает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владелец карты словами. Опоздал кинуть: его карта не учитывается,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а каждый другой игрок получает по 2 голоса.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Ничья: все лидеры побеждают. Один берёт лицевую карту, остальные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по часовой стрелке – по карте с верха колоды запросов.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4975086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ПРИМЕР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5263086"/>
            <a:ext cx="6696000" cy="96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Запрос: «Чем соблазнить милф». Настя собрала ТИШИНА (3 голоса),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Артём – ШОКОЛАД (1), Кирилл – КОТЫ (0). Победитель – Настя: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она берёт лицевую карту запроса. Карты «Ты восхитителен»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возвращаются владельцам, все буквы – в центр стола.</a:t>
            </a:r>
          </a:p>
        </p:txBody>
      </p:sp>
      <p:pic>
        <p:nvPicPr>
          <p:cNvPr id="12" name="Picture 11" descr="card-vo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000" y="6263886"/>
            <a:ext cx="1800000" cy="13910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880000" y="7674517"/>
            <a:ext cx="18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голос (кидают к другому)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8016517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КОНЕЦ ИГРЫ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8304517"/>
            <a:ext cx="6696000" cy="126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Игра заканчивается, когда колода запросов больше не позволяет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начать раунд (закончилась или осталась одна карта без пары).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1. Каждый считает карты запросов перед собой.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2. Побеждает игрок с наибольшим числом таких карт.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При ничьей – совместная победа.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9604117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ЧАСТЫЕ ВОПРОСЫ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163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? Можно ли кинуть «Ты восхитителен» себе?  Нет. Только другому.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? Карта упала между двумя – чей голос?  Решает владелец карты.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? Копаться в разложенных буквах?  Нет. Только брать сверху/с края,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одной рукой по 1 карте. Вторая рука – только держать взятое.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? Когда переставать брать буквы?  Когда хватит на ваш ответ.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? Сколько джокеров можно сыграть?  Сколько угодно. Зал реже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голосует за нечитаемый ответ.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2102400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СОЗДАТЕЛИ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2390400"/>
            <a:ext cx="6696000" cy="96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Автор: Юрий Ямщиков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Редакция / развитие: [плейсхолдер]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Версия правил 0.6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yury.yamshchikov@gmail.com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3391200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ПАМЯТКА РАУНДА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3679200"/>
            <a:ext cx="6696000" cy="102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1. Открыть зеркало-запрос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2. Взять буквы из центра (одна рука, по 1) и собрать ответ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3. Кинуть «Ты восхитителен»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4. Все буквы – в центр, перемешать, раскидать лицом вверх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4740480"/>
            <a:ext cx="6696000" cy="31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После раунда все карты букв снова лежат в центре лицом вверх.</a:t>
            </a:r>
          </a:p>
        </p:txBody>
      </p:sp>
      <p:pic>
        <p:nvPicPr>
          <p:cNvPr id="8" name="Picture 7" descr="setup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5086800"/>
            <a:ext cx="6696000" cy="42765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