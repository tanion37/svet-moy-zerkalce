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</p:sldIdLst>
  <p:sldSz cx="10692000" cy="7560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594000" y="485999"/>
            <a:ext cx="3168000" cy="2268000"/>
          </a:xfrm>
          <a:blipFill>
            <a:blip r:embed="rId2"/>
            <a:stretch>
              <a:fillRect/>
            </a:stretch>
          </a:blipFill>
          <a:prstGeom prst="rect">
            <a:avLst/>
          </a:prstGeom>
          <a:ln>
            <a:noFill/>
          </a:ln>
        </p:spPr>
        <p:txBody>
          <a:bodyPr rtlCol="0" anchor="b" wrap="square" lIns="348480" rIns="348480" tIns="816480" bIns="126000"/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2000" b="1">
                <a:solidFill>
                  <a:srgbClr val="1A1A1A"/>
                </a:solidFill>
                <a:latin typeface="Arial"/>
              </a:rPr>
              <a:t>Заклинание превращения в одного из</a:t>
            </a:r>
          </a:p>
        </p:txBody>
      </p:sp>
      <p:sp>
        <p:nvSpPr>
          <p:cNvPr id="3" name="Rectangle 2"/>
          <p:cNvSpPr/>
          <p:nvPr/>
        </p:nvSpPr>
        <p:spPr>
          <a:xfrm>
            <a:off x="3762000" y="485999"/>
            <a:ext cx="3168000" cy="2268000"/>
          </a:xfrm>
          <a:blipFill>
            <a:blip r:embed="rId2"/>
            <a:stretch>
              <a:fillRect/>
            </a:stretch>
          </a:blipFill>
          <a:prstGeom prst="rect">
            <a:avLst/>
          </a:prstGeom>
          <a:ln>
            <a:noFill/>
          </a:ln>
        </p:spPr>
        <p:txBody>
          <a:bodyPr rtlCol="0" anchor="b" wrap="square" lIns="348480" rIns="348480" tIns="816480" bIns="126000"/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2000" b="1">
                <a:solidFill>
                  <a:srgbClr val="1A1A1A"/>
                </a:solidFill>
                <a:latin typeface="Arial"/>
              </a:rPr>
              <a:t>Расскажи чем испугать всех</a:t>
            </a:r>
          </a:p>
        </p:txBody>
      </p:sp>
      <p:sp>
        <p:nvSpPr>
          <p:cNvPr id="4" name="Rectangle 3"/>
          <p:cNvSpPr/>
          <p:nvPr/>
        </p:nvSpPr>
        <p:spPr>
          <a:xfrm>
            <a:off x="6930000" y="485999"/>
            <a:ext cx="3168000" cy="2268000"/>
          </a:xfrm>
          <a:blipFill>
            <a:blip r:embed="rId2"/>
            <a:stretch>
              <a:fillRect/>
            </a:stretch>
          </a:blipFill>
          <a:prstGeom prst="rect">
            <a:avLst/>
          </a:prstGeom>
          <a:ln>
            <a:noFill/>
          </a:ln>
        </p:spPr>
        <p:txBody>
          <a:bodyPr rtlCol="0" anchor="b" wrap="square" lIns="560520" rIns="560520" tIns="816480" bIns="126000"/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2000" b="1">
                <a:solidFill>
                  <a:srgbClr val="1A1A1A"/>
                </a:solidFill>
                <a:latin typeface="Arial"/>
              </a:rPr>
              <a:t>Подбери</a:t>
            </a:r>
          </a:p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2000" b="1">
                <a:solidFill>
                  <a:srgbClr val="1A1A1A"/>
                </a:solidFill>
                <a:latin typeface="Arial"/>
              </a:rPr>
              <a:t>прозвище для</a:t>
            </a:r>
          </a:p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2000" b="1">
                <a:solidFill>
                  <a:srgbClr val="1A1A1A"/>
                </a:solidFill>
                <a:latin typeface="Arial"/>
              </a:rPr>
              <a:t>кого-то из</a:t>
            </a:r>
          </a:p>
        </p:txBody>
      </p:sp>
      <p:sp>
        <p:nvSpPr>
          <p:cNvPr id="5" name="Rectangle 4"/>
          <p:cNvSpPr/>
          <p:nvPr/>
        </p:nvSpPr>
        <p:spPr>
          <a:xfrm>
            <a:off x="594000" y="2754000"/>
            <a:ext cx="3168000" cy="2268000"/>
          </a:xfrm>
          <a:blipFill>
            <a:blip r:embed="rId2"/>
            <a:stretch>
              <a:fillRect/>
            </a:stretch>
          </a:blipFill>
          <a:prstGeom prst="rect">
            <a:avLst/>
          </a:prstGeom>
          <a:ln>
            <a:noFill/>
          </a:ln>
        </p:spPr>
        <p:txBody>
          <a:bodyPr rtlCol="0" anchor="b" wrap="square" lIns="348480" rIns="348480" tIns="816480" bIns="126000"/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2000" b="1">
                <a:solidFill>
                  <a:srgbClr val="1A1A1A"/>
                </a:solidFill>
                <a:latin typeface="Arial"/>
              </a:rPr>
              <a:t>Придумай страшное проклятие для</a:t>
            </a:r>
          </a:p>
        </p:txBody>
      </p:sp>
      <p:sp>
        <p:nvSpPr>
          <p:cNvPr id="6" name="Rectangle 5"/>
          <p:cNvSpPr/>
          <p:nvPr/>
        </p:nvSpPr>
        <p:spPr>
          <a:xfrm>
            <a:off x="3762000" y="2754000"/>
            <a:ext cx="3168000" cy="2268000"/>
          </a:xfrm>
          <a:blipFill>
            <a:blip r:embed="rId2"/>
            <a:stretch>
              <a:fillRect/>
            </a:stretch>
          </a:blipFill>
          <a:prstGeom prst="rect">
            <a:avLst/>
          </a:prstGeom>
          <a:ln>
            <a:noFill/>
          </a:ln>
        </p:spPr>
        <p:txBody>
          <a:bodyPr rtlCol="0" anchor="b" wrap="square" lIns="348480" rIns="348480" tIns="816480" bIns="126000"/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2000" b="1">
                <a:solidFill>
                  <a:srgbClr val="1A1A1A"/>
                </a:solidFill>
                <a:latin typeface="Arial"/>
              </a:rPr>
              <a:t>Комплимент, который вгонит в краску</a:t>
            </a:r>
          </a:p>
        </p:txBody>
      </p:sp>
      <p:sp>
        <p:nvSpPr>
          <p:cNvPr id="7" name="Rectangle 6"/>
          <p:cNvSpPr/>
          <p:nvPr/>
        </p:nvSpPr>
        <p:spPr>
          <a:xfrm>
            <a:off x="6930000" y="2754000"/>
            <a:ext cx="3168000" cy="2268000"/>
          </a:xfrm>
          <a:blipFill>
            <a:blip r:embed="rId2"/>
            <a:stretch>
              <a:fillRect/>
            </a:stretch>
          </a:blipFill>
          <a:prstGeom prst="rect">
            <a:avLst/>
          </a:prstGeom>
          <a:ln>
            <a:noFill/>
          </a:ln>
        </p:spPr>
        <p:txBody>
          <a:bodyPr rtlCol="0" anchor="b" wrap="square" lIns="348480" rIns="348480" tIns="816480" bIns="126000"/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2000" b="1">
                <a:solidFill>
                  <a:srgbClr val="1A1A1A"/>
                </a:solidFill>
                <a:latin typeface="Arial"/>
              </a:rPr>
              <a:t>Подскажи как отшить</a:t>
            </a:r>
          </a:p>
        </p:txBody>
      </p:sp>
      <p:sp>
        <p:nvSpPr>
          <p:cNvPr id="8" name="Rectangle 7"/>
          <p:cNvSpPr/>
          <p:nvPr/>
        </p:nvSpPr>
        <p:spPr>
          <a:xfrm>
            <a:off x="594000" y="5022000"/>
            <a:ext cx="3168000" cy="2268000"/>
          </a:xfrm>
          <a:blipFill>
            <a:blip r:embed="rId2"/>
            <a:stretch>
              <a:fillRect/>
            </a:stretch>
          </a:blipFill>
          <a:prstGeom prst="rect">
            <a:avLst/>
          </a:prstGeom>
          <a:ln>
            <a:noFill/>
          </a:ln>
        </p:spPr>
        <p:txBody>
          <a:bodyPr rtlCol="0" anchor="b" wrap="square" lIns="348480" rIns="348480" tIns="816480" bIns="126000"/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2000" b="1">
                <a:solidFill>
                  <a:srgbClr val="1A1A1A"/>
                </a:solidFill>
                <a:latin typeface="Arial"/>
              </a:rPr>
              <a:t>Почему стоит избегать</a:t>
            </a:r>
          </a:p>
        </p:txBody>
      </p:sp>
      <p:sp>
        <p:nvSpPr>
          <p:cNvPr id="9" name="Rectangle 8"/>
          <p:cNvSpPr/>
          <p:nvPr/>
        </p:nvSpPr>
        <p:spPr>
          <a:xfrm>
            <a:off x="3762000" y="5022000"/>
            <a:ext cx="3168000" cy="2268000"/>
          </a:xfrm>
          <a:blipFill>
            <a:blip r:embed="rId2"/>
            <a:stretch>
              <a:fillRect/>
            </a:stretch>
          </a:blipFill>
          <a:prstGeom prst="rect">
            <a:avLst/>
          </a:prstGeom>
          <a:ln>
            <a:noFill/>
          </a:ln>
        </p:spPr>
        <p:txBody>
          <a:bodyPr rtlCol="0" anchor="b" wrap="square" lIns="348480" rIns="348480" tIns="816480" bIns="126000"/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2000" b="1">
                <a:solidFill>
                  <a:srgbClr val="1A1A1A"/>
                </a:solidFill>
                <a:latin typeface="Arial"/>
              </a:rPr>
              <a:t>Какая польза от</a:t>
            </a:r>
          </a:p>
        </p:txBody>
      </p:sp>
      <p:sp>
        <p:nvSpPr>
          <p:cNvPr id="10" name="Rectangle 9"/>
          <p:cNvSpPr/>
          <p:nvPr/>
        </p:nvSpPr>
        <p:spPr>
          <a:xfrm>
            <a:off x="6930000" y="5022000"/>
            <a:ext cx="3168000" cy="2268000"/>
          </a:xfrm>
          <a:blipFill>
            <a:blip r:embed="rId2"/>
            <a:stretch>
              <a:fillRect/>
            </a:stretch>
          </a:blipFill>
          <a:prstGeom prst="rect">
            <a:avLst/>
          </a:prstGeom>
          <a:ln>
            <a:noFill/>
          </a:ln>
        </p:spPr>
        <p:txBody>
          <a:bodyPr rtlCol="0" anchor="b" wrap="square" lIns="348480" rIns="348480" tIns="816480" bIns="126000"/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2000" b="1">
                <a:solidFill>
                  <a:srgbClr val="1A1A1A"/>
                </a:solidFill>
                <a:latin typeface="Arial"/>
              </a:rPr>
              <a:t>Назови тайную слабость</a:t>
            </a:r>
          </a:p>
        </p:txBody>
      </p:sp>
      <p:sp>
        <p:nvSpPr>
          <p:cNvPr id="11" name="Rectangle 10"/>
          <p:cNvSpPr/>
          <p:nvPr/>
        </p:nvSpPr>
        <p:spPr>
          <a:xfrm>
            <a:off x="594000" y="481237"/>
            <a:ext cx="3168000" cy="9525"/>
          </a:xfrm>
          <a:prstGeom prst="rect">
            <a:avLst/>
          </a:prstGeom>
          <a:solidFill>
            <a:srgbClr val="C0C0C0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3762000" y="481237"/>
            <a:ext cx="3168000" cy="9525"/>
          </a:xfrm>
          <a:prstGeom prst="rect">
            <a:avLst/>
          </a:prstGeom>
          <a:solidFill>
            <a:srgbClr val="C0C0C0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6930000" y="481237"/>
            <a:ext cx="3168000" cy="9525"/>
          </a:xfrm>
          <a:prstGeom prst="rect">
            <a:avLst/>
          </a:prstGeom>
          <a:solidFill>
            <a:srgbClr val="C0C0C0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594000" y="2749237"/>
            <a:ext cx="3168000" cy="9525"/>
          </a:xfrm>
          <a:prstGeom prst="rect">
            <a:avLst/>
          </a:prstGeom>
          <a:solidFill>
            <a:srgbClr val="C0C0C0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3762000" y="2749237"/>
            <a:ext cx="3168000" cy="9525"/>
          </a:xfrm>
          <a:prstGeom prst="rect">
            <a:avLst/>
          </a:prstGeom>
          <a:solidFill>
            <a:srgbClr val="C0C0C0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>
            <a:off x="6930000" y="2749237"/>
            <a:ext cx="3168000" cy="9525"/>
          </a:xfrm>
          <a:prstGeom prst="rect">
            <a:avLst/>
          </a:prstGeom>
          <a:solidFill>
            <a:srgbClr val="C0C0C0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7" name="Rectangle 16"/>
          <p:cNvSpPr/>
          <p:nvPr/>
        </p:nvSpPr>
        <p:spPr>
          <a:xfrm>
            <a:off x="594000" y="5017237"/>
            <a:ext cx="3168000" cy="9525"/>
          </a:xfrm>
          <a:prstGeom prst="rect">
            <a:avLst/>
          </a:prstGeom>
          <a:solidFill>
            <a:srgbClr val="C0C0C0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3762000" y="5017237"/>
            <a:ext cx="3168000" cy="9525"/>
          </a:xfrm>
          <a:prstGeom prst="rect">
            <a:avLst/>
          </a:prstGeom>
          <a:solidFill>
            <a:srgbClr val="C0C0C0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9" name="Rectangle 18"/>
          <p:cNvSpPr/>
          <p:nvPr/>
        </p:nvSpPr>
        <p:spPr>
          <a:xfrm>
            <a:off x="6930000" y="5017237"/>
            <a:ext cx="3168000" cy="9525"/>
          </a:xfrm>
          <a:prstGeom prst="rect">
            <a:avLst/>
          </a:prstGeom>
          <a:solidFill>
            <a:srgbClr val="C0C0C0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0" name="Rectangle 19"/>
          <p:cNvSpPr/>
          <p:nvPr/>
        </p:nvSpPr>
        <p:spPr>
          <a:xfrm>
            <a:off x="594000" y="7285237"/>
            <a:ext cx="3168000" cy="9525"/>
          </a:xfrm>
          <a:prstGeom prst="rect">
            <a:avLst/>
          </a:prstGeom>
          <a:solidFill>
            <a:srgbClr val="C0C0C0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1" name="Rectangle 20"/>
          <p:cNvSpPr/>
          <p:nvPr/>
        </p:nvSpPr>
        <p:spPr>
          <a:xfrm>
            <a:off x="3762000" y="7285237"/>
            <a:ext cx="3168000" cy="9525"/>
          </a:xfrm>
          <a:prstGeom prst="rect">
            <a:avLst/>
          </a:prstGeom>
          <a:solidFill>
            <a:srgbClr val="C0C0C0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2" name="Rectangle 21"/>
          <p:cNvSpPr/>
          <p:nvPr/>
        </p:nvSpPr>
        <p:spPr>
          <a:xfrm>
            <a:off x="6930000" y="7285237"/>
            <a:ext cx="3168000" cy="9525"/>
          </a:xfrm>
          <a:prstGeom prst="rect">
            <a:avLst/>
          </a:prstGeom>
          <a:solidFill>
            <a:srgbClr val="C0C0C0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3" name="Rectangle 22"/>
          <p:cNvSpPr/>
          <p:nvPr/>
        </p:nvSpPr>
        <p:spPr>
          <a:xfrm>
            <a:off x="589237" y="485999"/>
            <a:ext cx="9525" cy="2268000"/>
          </a:xfrm>
          <a:prstGeom prst="rect">
            <a:avLst/>
          </a:prstGeom>
          <a:solidFill>
            <a:srgbClr val="C0C0C0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4" name="Rectangle 23"/>
          <p:cNvSpPr/>
          <p:nvPr/>
        </p:nvSpPr>
        <p:spPr>
          <a:xfrm>
            <a:off x="589237" y="2754000"/>
            <a:ext cx="9525" cy="2268000"/>
          </a:xfrm>
          <a:prstGeom prst="rect">
            <a:avLst/>
          </a:prstGeom>
          <a:solidFill>
            <a:srgbClr val="C0C0C0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5" name="Rectangle 24"/>
          <p:cNvSpPr/>
          <p:nvPr/>
        </p:nvSpPr>
        <p:spPr>
          <a:xfrm>
            <a:off x="589237" y="5022000"/>
            <a:ext cx="9525" cy="2268000"/>
          </a:xfrm>
          <a:prstGeom prst="rect">
            <a:avLst/>
          </a:prstGeom>
          <a:solidFill>
            <a:srgbClr val="C0C0C0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6" name="Rectangle 25"/>
          <p:cNvSpPr/>
          <p:nvPr/>
        </p:nvSpPr>
        <p:spPr>
          <a:xfrm>
            <a:off x="3757237" y="485999"/>
            <a:ext cx="9525" cy="2268000"/>
          </a:xfrm>
          <a:prstGeom prst="rect">
            <a:avLst/>
          </a:prstGeom>
          <a:solidFill>
            <a:srgbClr val="C0C0C0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7" name="Rectangle 26"/>
          <p:cNvSpPr/>
          <p:nvPr/>
        </p:nvSpPr>
        <p:spPr>
          <a:xfrm>
            <a:off x="3757237" y="2754000"/>
            <a:ext cx="9525" cy="2268000"/>
          </a:xfrm>
          <a:prstGeom prst="rect">
            <a:avLst/>
          </a:prstGeom>
          <a:solidFill>
            <a:srgbClr val="C0C0C0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8" name="Rectangle 27"/>
          <p:cNvSpPr/>
          <p:nvPr/>
        </p:nvSpPr>
        <p:spPr>
          <a:xfrm>
            <a:off x="3757237" y="5022000"/>
            <a:ext cx="9525" cy="2268000"/>
          </a:xfrm>
          <a:prstGeom prst="rect">
            <a:avLst/>
          </a:prstGeom>
          <a:solidFill>
            <a:srgbClr val="C0C0C0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9" name="Rectangle 28"/>
          <p:cNvSpPr/>
          <p:nvPr/>
        </p:nvSpPr>
        <p:spPr>
          <a:xfrm>
            <a:off x="6925237" y="485999"/>
            <a:ext cx="9525" cy="2268000"/>
          </a:xfrm>
          <a:prstGeom prst="rect">
            <a:avLst/>
          </a:prstGeom>
          <a:solidFill>
            <a:srgbClr val="C0C0C0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30" name="Rectangle 29"/>
          <p:cNvSpPr/>
          <p:nvPr/>
        </p:nvSpPr>
        <p:spPr>
          <a:xfrm>
            <a:off x="6925237" y="2754000"/>
            <a:ext cx="9525" cy="2268000"/>
          </a:xfrm>
          <a:prstGeom prst="rect">
            <a:avLst/>
          </a:prstGeom>
          <a:solidFill>
            <a:srgbClr val="C0C0C0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31" name="Rectangle 30"/>
          <p:cNvSpPr/>
          <p:nvPr/>
        </p:nvSpPr>
        <p:spPr>
          <a:xfrm>
            <a:off x="6925237" y="5022000"/>
            <a:ext cx="9525" cy="2268000"/>
          </a:xfrm>
          <a:prstGeom prst="rect">
            <a:avLst/>
          </a:prstGeom>
          <a:solidFill>
            <a:srgbClr val="C0C0C0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32" name="Rectangle 31"/>
          <p:cNvSpPr/>
          <p:nvPr/>
        </p:nvSpPr>
        <p:spPr>
          <a:xfrm>
            <a:off x="10093237" y="485999"/>
            <a:ext cx="9525" cy="2268000"/>
          </a:xfrm>
          <a:prstGeom prst="rect">
            <a:avLst/>
          </a:prstGeom>
          <a:solidFill>
            <a:srgbClr val="C0C0C0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33" name="Rectangle 32"/>
          <p:cNvSpPr/>
          <p:nvPr/>
        </p:nvSpPr>
        <p:spPr>
          <a:xfrm>
            <a:off x="10093237" y="2754000"/>
            <a:ext cx="9525" cy="2268000"/>
          </a:xfrm>
          <a:prstGeom prst="rect">
            <a:avLst/>
          </a:prstGeom>
          <a:solidFill>
            <a:srgbClr val="C0C0C0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34" name="Rectangle 33"/>
          <p:cNvSpPr/>
          <p:nvPr/>
        </p:nvSpPr>
        <p:spPr>
          <a:xfrm>
            <a:off x="10093237" y="5022000"/>
            <a:ext cx="9525" cy="2268000"/>
          </a:xfrm>
          <a:prstGeom prst="rect">
            <a:avLst/>
          </a:prstGeom>
          <a:solidFill>
            <a:srgbClr val="C0C0C0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35" name="TextBox 34"/>
          <p:cNvSpPr txBox="1"/>
          <p:nvPr/>
        </p:nvSpPr>
        <p:spPr>
          <a:xfrm>
            <a:off x="184762" y="184762"/>
            <a:ext cx="10322475" cy="19800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l"/>
            <a:r>
              <a:rPr sz="1100" b="1">
                <a:solidFill>
                  <a:srgbClr val="1A1A1A"/>
                </a:solidFill>
                <a:latin typeface="Arial"/>
              </a:rPr>
              <a:t>Карты запросов · ЛИЦО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594000" y="485999"/>
            <a:ext cx="3168000" cy="2268000"/>
          </a:xfrm>
          <a:blipFill>
            <a:blip r:embed="rId2"/>
            <a:stretch>
              <a:fillRect/>
            </a:stretch>
          </a:blipFill>
          <a:prstGeom prst="rect">
            <a:avLst/>
          </a:prstGeom>
          <a:ln>
            <a:noFill/>
          </a:ln>
        </p:spPr>
        <p:txBody>
          <a:bodyPr rtlCol="0" anchor="b" wrap="square" lIns="348480" rIns="348480" tIns="816480" bIns="126000"/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2000" b="1">
                <a:solidFill>
                  <a:srgbClr val="1A1A1A"/>
                </a:solidFill>
                <a:latin typeface="Arial"/>
              </a:rPr>
              <a:t>Какое наказание ждёт в аду для</a:t>
            </a:r>
          </a:p>
        </p:txBody>
      </p:sp>
      <p:sp>
        <p:nvSpPr>
          <p:cNvPr id="3" name="Rectangle 2"/>
          <p:cNvSpPr/>
          <p:nvPr/>
        </p:nvSpPr>
        <p:spPr>
          <a:xfrm>
            <a:off x="3762000" y="485999"/>
            <a:ext cx="3168000" cy="2268000"/>
          </a:xfrm>
          <a:blipFill>
            <a:blip r:embed="rId2"/>
            <a:stretch>
              <a:fillRect/>
            </a:stretch>
          </a:blipFill>
          <a:prstGeom prst="rect">
            <a:avLst/>
          </a:prstGeom>
          <a:ln>
            <a:noFill/>
          </a:ln>
        </p:spPr>
        <p:txBody>
          <a:bodyPr rtlCol="0" anchor="b" wrap="square" lIns="348480" rIns="348480" tIns="816480" bIns="126000"/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2000" b="1">
                <a:solidFill>
                  <a:srgbClr val="1A1A1A"/>
                </a:solidFill>
                <a:latin typeface="Arial"/>
              </a:rPr>
              <a:t>Чем оскорбить любого из</a:t>
            </a:r>
          </a:p>
        </p:txBody>
      </p:sp>
      <p:sp>
        <p:nvSpPr>
          <p:cNvPr id="4" name="Rectangle 3"/>
          <p:cNvSpPr/>
          <p:nvPr/>
        </p:nvSpPr>
        <p:spPr>
          <a:xfrm>
            <a:off x="6930000" y="485999"/>
            <a:ext cx="3168000" cy="2268000"/>
          </a:xfrm>
          <a:blipFill>
            <a:blip r:embed="rId2"/>
            <a:stretch>
              <a:fillRect/>
            </a:stretch>
          </a:blipFill>
          <a:prstGeom prst="rect">
            <a:avLst/>
          </a:prstGeom>
          <a:ln>
            <a:noFill/>
          </a:ln>
        </p:spPr>
        <p:txBody>
          <a:bodyPr rtlCol="0" anchor="b" wrap="square" lIns="348480" rIns="348480" tIns="816480" bIns="126000"/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2000" b="1">
                <a:solidFill>
                  <a:srgbClr val="1A1A1A"/>
                </a:solidFill>
                <a:latin typeface="Arial"/>
              </a:rPr>
              <a:t>Какой подлянки ждать от</a:t>
            </a:r>
          </a:p>
        </p:txBody>
      </p:sp>
      <p:sp>
        <p:nvSpPr>
          <p:cNvPr id="5" name="Rectangle 4"/>
          <p:cNvSpPr/>
          <p:nvPr/>
        </p:nvSpPr>
        <p:spPr>
          <a:xfrm>
            <a:off x="594000" y="2754000"/>
            <a:ext cx="3168000" cy="2268000"/>
          </a:xfrm>
          <a:blipFill>
            <a:blip r:embed="rId2"/>
            <a:stretch>
              <a:fillRect/>
            </a:stretch>
          </a:blipFill>
          <a:prstGeom prst="rect">
            <a:avLst/>
          </a:prstGeom>
          <a:ln>
            <a:noFill/>
          </a:ln>
        </p:spPr>
        <p:txBody>
          <a:bodyPr rtlCol="0" anchor="b" wrap="square" lIns="348480" rIns="348480" tIns="816480" bIns="126000"/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2000" b="1">
                <a:solidFill>
                  <a:srgbClr val="1A1A1A"/>
                </a:solidFill>
                <a:latin typeface="Arial"/>
              </a:rPr>
              <a:t>Лучший подарок для</a:t>
            </a:r>
          </a:p>
        </p:txBody>
      </p:sp>
      <p:sp>
        <p:nvSpPr>
          <p:cNvPr id="6" name="Rectangle 5"/>
          <p:cNvSpPr/>
          <p:nvPr/>
        </p:nvSpPr>
        <p:spPr>
          <a:xfrm>
            <a:off x="3762000" y="2754000"/>
            <a:ext cx="3168000" cy="2268000"/>
          </a:xfrm>
          <a:blipFill>
            <a:blip r:embed="rId2"/>
            <a:stretch>
              <a:fillRect/>
            </a:stretch>
          </a:blipFill>
          <a:prstGeom prst="rect">
            <a:avLst/>
          </a:prstGeom>
          <a:ln>
            <a:noFill/>
          </a:ln>
        </p:spPr>
        <p:txBody>
          <a:bodyPr rtlCol="0" anchor="b" wrap="square" lIns="348480" rIns="348480" tIns="816480" bIns="126000"/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2000" b="1">
                <a:solidFill>
                  <a:srgbClr val="1A1A1A"/>
                </a:solidFill>
                <a:latin typeface="Arial"/>
              </a:rPr>
              <a:t>Чем соблазнить</a:t>
            </a:r>
          </a:p>
        </p:txBody>
      </p:sp>
      <p:sp>
        <p:nvSpPr>
          <p:cNvPr id="7" name="Rectangle 6"/>
          <p:cNvSpPr/>
          <p:nvPr/>
        </p:nvSpPr>
        <p:spPr>
          <a:xfrm>
            <a:off x="6930000" y="2754000"/>
            <a:ext cx="3168000" cy="2268000"/>
          </a:xfrm>
          <a:blipFill>
            <a:blip r:embed="rId2"/>
            <a:stretch>
              <a:fillRect/>
            </a:stretch>
          </a:blipFill>
          <a:prstGeom prst="rect">
            <a:avLst/>
          </a:prstGeom>
          <a:ln>
            <a:noFill/>
          </a:ln>
        </p:spPr>
        <p:txBody>
          <a:bodyPr rtlCol="0" anchor="b" wrap="square" lIns="348480" rIns="348480" tIns="816480" bIns="126000"/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2000" b="1">
                <a:solidFill>
                  <a:srgbClr val="1A1A1A"/>
                </a:solidFill>
                <a:latin typeface="Arial"/>
              </a:rPr>
              <a:t>Предложи ингредиенты любовного зелья для</a:t>
            </a:r>
          </a:p>
        </p:txBody>
      </p:sp>
      <p:sp>
        <p:nvSpPr>
          <p:cNvPr id="8" name="Rectangle 7"/>
          <p:cNvSpPr/>
          <p:nvPr/>
        </p:nvSpPr>
        <p:spPr>
          <a:xfrm>
            <a:off x="594000" y="5022000"/>
            <a:ext cx="3168000" cy="2268000"/>
          </a:xfrm>
          <a:blipFill>
            <a:blip r:embed="rId2"/>
            <a:stretch>
              <a:fillRect/>
            </a:stretch>
          </a:blipFill>
          <a:prstGeom prst="rect">
            <a:avLst/>
          </a:prstGeom>
          <a:ln>
            <a:noFill/>
          </a:ln>
        </p:spPr>
        <p:txBody>
          <a:bodyPr rtlCol="0" anchor="b" wrap="square" lIns="348480" rIns="348480" tIns="816480" bIns="126000"/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2000" b="1">
                <a:solidFill>
                  <a:srgbClr val="1A1A1A"/>
                </a:solidFill>
                <a:latin typeface="Arial"/>
              </a:rPr>
              <a:t>Скажи кто самый вонючий из</a:t>
            </a:r>
          </a:p>
        </p:txBody>
      </p:sp>
      <p:sp>
        <p:nvSpPr>
          <p:cNvPr id="9" name="Rectangle 8"/>
          <p:cNvSpPr/>
          <p:nvPr/>
        </p:nvSpPr>
        <p:spPr>
          <a:xfrm>
            <a:off x="3762000" y="5022000"/>
            <a:ext cx="3168000" cy="2268000"/>
          </a:xfrm>
          <a:blipFill>
            <a:blip r:embed="rId2"/>
            <a:stretch>
              <a:fillRect/>
            </a:stretch>
          </a:blipFill>
          <a:prstGeom prst="rect">
            <a:avLst/>
          </a:prstGeom>
          <a:ln>
            <a:noFill/>
          </a:ln>
        </p:spPr>
        <p:txBody>
          <a:bodyPr rtlCol="0" anchor="b" wrap="square" lIns="348480" rIns="348480" tIns="816480" bIns="126000"/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2000" b="1">
                <a:solidFill>
                  <a:srgbClr val="1A1A1A"/>
                </a:solidFill>
                <a:latin typeface="Arial"/>
              </a:rPr>
              <a:t>Посоветуй чем подкупать</a:t>
            </a:r>
          </a:p>
        </p:txBody>
      </p:sp>
      <p:sp>
        <p:nvSpPr>
          <p:cNvPr id="10" name="Rectangle 9"/>
          <p:cNvSpPr/>
          <p:nvPr/>
        </p:nvSpPr>
        <p:spPr>
          <a:xfrm>
            <a:off x="6930000" y="5022000"/>
            <a:ext cx="3168000" cy="2268000"/>
          </a:xfrm>
          <a:blipFill>
            <a:blip r:embed="rId2"/>
            <a:stretch>
              <a:fillRect/>
            </a:stretch>
          </a:blipFill>
          <a:prstGeom prst="rect">
            <a:avLst/>
          </a:prstGeom>
          <a:ln>
            <a:noFill/>
          </a:ln>
        </p:spPr>
        <p:txBody>
          <a:bodyPr rtlCol="0" anchor="b" wrap="square" lIns="348480" rIns="348480" tIns="816480" bIns="126000"/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2000" b="1">
                <a:solidFill>
                  <a:srgbClr val="1A1A1A"/>
                </a:solidFill>
                <a:latin typeface="Arial"/>
              </a:rPr>
              <a:t>Объясни как быстро «уложить»</a:t>
            </a:r>
          </a:p>
        </p:txBody>
      </p:sp>
      <p:sp>
        <p:nvSpPr>
          <p:cNvPr id="11" name="Rectangle 10"/>
          <p:cNvSpPr/>
          <p:nvPr/>
        </p:nvSpPr>
        <p:spPr>
          <a:xfrm>
            <a:off x="594000" y="481237"/>
            <a:ext cx="3168000" cy="9525"/>
          </a:xfrm>
          <a:prstGeom prst="rect">
            <a:avLst/>
          </a:prstGeom>
          <a:solidFill>
            <a:srgbClr val="C0C0C0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3762000" y="481237"/>
            <a:ext cx="3168000" cy="9525"/>
          </a:xfrm>
          <a:prstGeom prst="rect">
            <a:avLst/>
          </a:prstGeom>
          <a:solidFill>
            <a:srgbClr val="C0C0C0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6930000" y="481237"/>
            <a:ext cx="3168000" cy="9525"/>
          </a:xfrm>
          <a:prstGeom prst="rect">
            <a:avLst/>
          </a:prstGeom>
          <a:solidFill>
            <a:srgbClr val="C0C0C0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594000" y="2749237"/>
            <a:ext cx="3168000" cy="9525"/>
          </a:xfrm>
          <a:prstGeom prst="rect">
            <a:avLst/>
          </a:prstGeom>
          <a:solidFill>
            <a:srgbClr val="C0C0C0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3762000" y="2749237"/>
            <a:ext cx="3168000" cy="9525"/>
          </a:xfrm>
          <a:prstGeom prst="rect">
            <a:avLst/>
          </a:prstGeom>
          <a:solidFill>
            <a:srgbClr val="C0C0C0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>
            <a:off x="6930000" y="2749237"/>
            <a:ext cx="3168000" cy="9525"/>
          </a:xfrm>
          <a:prstGeom prst="rect">
            <a:avLst/>
          </a:prstGeom>
          <a:solidFill>
            <a:srgbClr val="C0C0C0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7" name="Rectangle 16"/>
          <p:cNvSpPr/>
          <p:nvPr/>
        </p:nvSpPr>
        <p:spPr>
          <a:xfrm>
            <a:off x="594000" y="5017237"/>
            <a:ext cx="3168000" cy="9525"/>
          </a:xfrm>
          <a:prstGeom prst="rect">
            <a:avLst/>
          </a:prstGeom>
          <a:solidFill>
            <a:srgbClr val="C0C0C0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3762000" y="5017237"/>
            <a:ext cx="3168000" cy="9525"/>
          </a:xfrm>
          <a:prstGeom prst="rect">
            <a:avLst/>
          </a:prstGeom>
          <a:solidFill>
            <a:srgbClr val="C0C0C0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9" name="Rectangle 18"/>
          <p:cNvSpPr/>
          <p:nvPr/>
        </p:nvSpPr>
        <p:spPr>
          <a:xfrm>
            <a:off x="6930000" y="5017237"/>
            <a:ext cx="3168000" cy="9525"/>
          </a:xfrm>
          <a:prstGeom prst="rect">
            <a:avLst/>
          </a:prstGeom>
          <a:solidFill>
            <a:srgbClr val="C0C0C0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0" name="Rectangle 19"/>
          <p:cNvSpPr/>
          <p:nvPr/>
        </p:nvSpPr>
        <p:spPr>
          <a:xfrm>
            <a:off x="594000" y="7285237"/>
            <a:ext cx="3168000" cy="9525"/>
          </a:xfrm>
          <a:prstGeom prst="rect">
            <a:avLst/>
          </a:prstGeom>
          <a:solidFill>
            <a:srgbClr val="C0C0C0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1" name="Rectangle 20"/>
          <p:cNvSpPr/>
          <p:nvPr/>
        </p:nvSpPr>
        <p:spPr>
          <a:xfrm>
            <a:off x="3762000" y="7285237"/>
            <a:ext cx="3168000" cy="9525"/>
          </a:xfrm>
          <a:prstGeom prst="rect">
            <a:avLst/>
          </a:prstGeom>
          <a:solidFill>
            <a:srgbClr val="C0C0C0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2" name="Rectangle 21"/>
          <p:cNvSpPr/>
          <p:nvPr/>
        </p:nvSpPr>
        <p:spPr>
          <a:xfrm>
            <a:off x="6930000" y="7285237"/>
            <a:ext cx="3168000" cy="9525"/>
          </a:xfrm>
          <a:prstGeom prst="rect">
            <a:avLst/>
          </a:prstGeom>
          <a:solidFill>
            <a:srgbClr val="C0C0C0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3" name="Rectangle 22"/>
          <p:cNvSpPr/>
          <p:nvPr/>
        </p:nvSpPr>
        <p:spPr>
          <a:xfrm>
            <a:off x="589237" y="485999"/>
            <a:ext cx="9525" cy="2268000"/>
          </a:xfrm>
          <a:prstGeom prst="rect">
            <a:avLst/>
          </a:prstGeom>
          <a:solidFill>
            <a:srgbClr val="C0C0C0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4" name="Rectangle 23"/>
          <p:cNvSpPr/>
          <p:nvPr/>
        </p:nvSpPr>
        <p:spPr>
          <a:xfrm>
            <a:off x="589237" y="2754000"/>
            <a:ext cx="9525" cy="2268000"/>
          </a:xfrm>
          <a:prstGeom prst="rect">
            <a:avLst/>
          </a:prstGeom>
          <a:solidFill>
            <a:srgbClr val="C0C0C0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5" name="Rectangle 24"/>
          <p:cNvSpPr/>
          <p:nvPr/>
        </p:nvSpPr>
        <p:spPr>
          <a:xfrm>
            <a:off x="589237" y="5022000"/>
            <a:ext cx="9525" cy="2268000"/>
          </a:xfrm>
          <a:prstGeom prst="rect">
            <a:avLst/>
          </a:prstGeom>
          <a:solidFill>
            <a:srgbClr val="C0C0C0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6" name="Rectangle 25"/>
          <p:cNvSpPr/>
          <p:nvPr/>
        </p:nvSpPr>
        <p:spPr>
          <a:xfrm>
            <a:off x="3757237" y="485999"/>
            <a:ext cx="9525" cy="2268000"/>
          </a:xfrm>
          <a:prstGeom prst="rect">
            <a:avLst/>
          </a:prstGeom>
          <a:solidFill>
            <a:srgbClr val="C0C0C0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7" name="Rectangle 26"/>
          <p:cNvSpPr/>
          <p:nvPr/>
        </p:nvSpPr>
        <p:spPr>
          <a:xfrm>
            <a:off x="3757237" y="2754000"/>
            <a:ext cx="9525" cy="2268000"/>
          </a:xfrm>
          <a:prstGeom prst="rect">
            <a:avLst/>
          </a:prstGeom>
          <a:solidFill>
            <a:srgbClr val="C0C0C0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8" name="Rectangle 27"/>
          <p:cNvSpPr/>
          <p:nvPr/>
        </p:nvSpPr>
        <p:spPr>
          <a:xfrm>
            <a:off x="3757237" y="5022000"/>
            <a:ext cx="9525" cy="2268000"/>
          </a:xfrm>
          <a:prstGeom prst="rect">
            <a:avLst/>
          </a:prstGeom>
          <a:solidFill>
            <a:srgbClr val="C0C0C0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9" name="Rectangle 28"/>
          <p:cNvSpPr/>
          <p:nvPr/>
        </p:nvSpPr>
        <p:spPr>
          <a:xfrm>
            <a:off x="6925237" y="485999"/>
            <a:ext cx="9525" cy="2268000"/>
          </a:xfrm>
          <a:prstGeom prst="rect">
            <a:avLst/>
          </a:prstGeom>
          <a:solidFill>
            <a:srgbClr val="C0C0C0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30" name="Rectangle 29"/>
          <p:cNvSpPr/>
          <p:nvPr/>
        </p:nvSpPr>
        <p:spPr>
          <a:xfrm>
            <a:off x="6925237" y="2754000"/>
            <a:ext cx="9525" cy="2268000"/>
          </a:xfrm>
          <a:prstGeom prst="rect">
            <a:avLst/>
          </a:prstGeom>
          <a:solidFill>
            <a:srgbClr val="C0C0C0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31" name="Rectangle 30"/>
          <p:cNvSpPr/>
          <p:nvPr/>
        </p:nvSpPr>
        <p:spPr>
          <a:xfrm>
            <a:off x="6925237" y="5022000"/>
            <a:ext cx="9525" cy="2268000"/>
          </a:xfrm>
          <a:prstGeom prst="rect">
            <a:avLst/>
          </a:prstGeom>
          <a:solidFill>
            <a:srgbClr val="C0C0C0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32" name="Rectangle 31"/>
          <p:cNvSpPr/>
          <p:nvPr/>
        </p:nvSpPr>
        <p:spPr>
          <a:xfrm>
            <a:off x="10093237" y="485999"/>
            <a:ext cx="9525" cy="2268000"/>
          </a:xfrm>
          <a:prstGeom prst="rect">
            <a:avLst/>
          </a:prstGeom>
          <a:solidFill>
            <a:srgbClr val="C0C0C0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33" name="Rectangle 32"/>
          <p:cNvSpPr/>
          <p:nvPr/>
        </p:nvSpPr>
        <p:spPr>
          <a:xfrm>
            <a:off x="10093237" y="2754000"/>
            <a:ext cx="9525" cy="2268000"/>
          </a:xfrm>
          <a:prstGeom prst="rect">
            <a:avLst/>
          </a:prstGeom>
          <a:solidFill>
            <a:srgbClr val="C0C0C0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34" name="Rectangle 33"/>
          <p:cNvSpPr/>
          <p:nvPr/>
        </p:nvSpPr>
        <p:spPr>
          <a:xfrm>
            <a:off x="10093237" y="5022000"/>
            <a:ext cx="9525" cy="2268000"/>
          </a:xfrm>
          <a:prstGeom prst="rect">
            <a:avLst/>
          </a:prstGeom>
          <a:solidFill>
            <a:srgbClr val="C0C0C0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35" name="TextBox 34"/>
          <p:cNvSpPr txBox="1"/>
          <p:nvPr/>
        </p:nvSpPr>
        <p:spPr>
          <a:xfrm>
            <a:off x="184762" y="184762"/>
            <a:ext cx="10322475" cy="19800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l"/>
            <a:r>
              <a:rPr sz="1100" b="1">
                <a:solidFill>
                  <a:srgbClr val="1A1A1A"/>
                </a:solidFill>
                <a:latin typeface="Arial"/>
              </a:rPr>
              <a:t>Карты запросов · ЛИЦО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594000" y="485999"/>
            <a:ext cx="3168000" cy="2268000"/>
          </a:xfrm>
          <a:blipFill>
            <a:blip r:embed="rId2"/>
            <a:stretch>
              <a:fillRect/>
            </a:stretch>
          </a:blipFill>
          <a:prstGeom prst="rect">
            <a:avLst/>
          </a:prstGeom>
          <a:ln>
            <a:noFill/>
          </a:ln>
        </p:spPr>
        <p:txBody>
          <a:bodyPr rtlCol="0" anchor="b" wrap="square" lIns="348480" rIns="348480" tIns="816480" bIns="126000"/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2000" b="1">
                <a:solidFill>
                  <a:srgbClr val="1A1A1A"/>
                </a:solidFill>
                <a:latin typeface="Arial"/>
              </a:rPr>
              <a:t>Скажи чем эффективнее будить</a:t>
            </a:r>
          </a:p>
        </p:txBody>
      </p:sp>
      <p:sp>
        <p:nvSpPr>
          <p:cNvPr id="3" name="Rectangle 2"/>
          <p:cNvSpPr/>
          <p:nvPr/>
        </p:nvSpPr>
        <p:spPr>
          <a:xfrm>
            <a:off x="3762000" y="485999"/>
            <a:ext cx="3168000" cy="2268000"/>
          </a:xfrm>
          <a:blipFill>
            <a:blip r:embed="rId2"/>
            <a:stretch>
              <a:fillRect/>
            </a:stretch>
          </a:blipFill>
          <a:prstGeom prst="rect">
            <a:avLst/>
          </a:prstGeom>
          <a:ln>
            <a:noFill/>
          </a:ln>
        </p:spPr>
        <p:txBody>
          <a:bodyPr rtlCol="0" anchor="b" wrap="square" lIns="456479" rIns="456479" tIns="816480" bIns="126000"/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2000" b="1">
                <a:solidFill>
                  <a:srgbClr val="1A1A1A"/>
                </a:solidFill>
                <a:latin typeface="Arial"/>
              </a:rPr>
              <a:t>Назови причину,</a:t>
            </a:r>
          </a:p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2000" b="1">
                <a:solidFill>
                  <a:srgbClr val="1A1A1A"/>
                </a:solidFill>
                <a:latin typeface="Arial"/>
              </a:rPr>
              <a:t>по которой стоит</a:t>
            </a:r>
          </a:p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2000" b="1">
                <a:solidFill>
                  <a:srgbClr val="1A1A1A"/>
                </a:solidFill>
                <a:latin typeface="Arial"/>
              </a:rPr>
              <a:t>избегать</a:t>
            </a:r>
          </a:p>
        </p:txBody>
      </p:sp>
      <p:sp>
        <p:nvSpPr>
          <p:cNvPr id="4" name="Rectangle 3"/>
          <p:cNvSpPr/>
          <p:nvPr/>
        </p:nvSpPr>
        <p:spPr>
          <a:xfrm>
            <a:off x="6930000" y="485999"/>
            <a:ext cx="3168000" cy="2268000"/>
          </a:xfrm>
          <a:blipFill>
            <a:blip r:embed="rId2"/>
            <a:stretch>
              <a:fillRect/>
            </a:stretch>
          </a:blipFill>
          <a:prstGeom prst="rect">
            <a:avLst/>
          </a:prstGeom>
          <a:ln>
            <a:noFill/>
          </a:ln>
        </p:spPr>
        <p:txBody>
          <a:bodyPr rtlCol="0" anchor="b" wrap="square" lIns="438119" rIns="438119" tIns="816480" bIns="126000"/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2000" b="1">
                <a:solidFill>
                  <a:srgbClr val="1A1A1A"/>
                </a:solidFill>
                <a:latin typeface="Arial"/>
              </a:rPr>
              <a:t>Посоветуй чем</a:t>
            </a:r>
          </a:p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2000" b="1">
                <a:solidFill>
                  <a:srgbClr val="1A1A1A"/>
                </a:solidFill>
                <a:latin typeface="Arial"/>
              </a:rPr>
              <a:t>задобрить наутро</a:t>
            </a:r>
          </a:p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2000" b="1">
                <a:solidFill>
                  <a:srgbClr val="1A1A1A"/>
                </a:solidFill>
                <a:latin typeface="Arial"/>
              </a:rPr>
              <a:t>одного из</a:t>
            </a:r>
          </a:p>
        </p:txBody>
      </p:sp>
      <p:sp>
        <p:nvSpPr>
          <p:cNvPr id="5" name="Rectangle 4"/>
          <p:cNvSpPr/>
          <p:nvPr/>
        </p:nvSpPr>
        <p:spPr>
          <a:xfrm>
            <a:off x="594000" y="2754000"/>
            <a:ext cx="3168000" cy="2268000"/>
          </a:xfrm>
          <a:blipFill>
            <a:blip r:embed="rId2"/>
            <a:stretch>
              <a:fillRect/>
            </a:stretch>
          </a:blipFill>
          <a:prstGeom prst="rect">
            <a:avLst/>
          </a:prstGeom>
          <a:ln>
            <a:noFill/>
          </a:ln>
        </p:spPr>
        <p:txBody>
          <a:bodyPr rtlCol="0" anchor="b" wrap="square" lIns="348480" rIns="348480" tIns="816480" bIns="126000"/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2000" b="1">
                <a:solidFill>
                  <a:srgbClr val="1A1A1A"/>
                </a:solidFill>
                <a:latin typeface="Arial"/>
              </a:rPr>
              <a:t>Какое преступление типично для</a:t>
            </a:r>
          </a:p>
        </p:txBody>
      </p:sp>
      <p:sp>
        <p:nvSpPr>
          <p:cNvPr id="6" name="Rectangle 5"/>
          <p:cNvSpPr/>
          <p:nvPr/>
        </p:nvSpPr>
        <p:spPr>
          <a:xfrm>
            <a:off x="3762000" y="2754000"/>
            <a:ext cx="3168000" cy="2268000"/>
          </a:xfrm>
          <a:blipFill>
            <a:blip r:embed="rId2"/>
            <a:stretch>
              <a:fillRect/>
            </a:stretch>
          </a:blipFill>
          <a:prstGeom prst="rect">
            <a:avLst/>
          </a:prstGeom>
          <a:ln>
            <a:noFill/>
          </a:ln>
        </p:spPr>
        <p:txBody>
          <a:bodyPr rtlCol="0" anchor="b" wrap="square" lIns="348480" rIns="348480" tIns="816480" bIns="126000"/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2000" b="1">
                <a:solidFill>
                  <a:srgbClr val="1A1A1A"/>
                </a:solidFill>
                <a:latin typeface="Arial"/>
              </a:rPr>
              <a:t>Скажи чем эффективно очаровывать</a:t>
            </a:r>
          </a:p>
        </p:txBody>
      </p:sp>
      <p:sp>
        <p:nvSpPr>
          <p:cNvPr id="7" name="Rectangle 6"/>
          <p:cNvSpPr/>
          <p:nvPr/>
        </p:nvSpPr>
        <p:spPr>
          <a:xfrm>
            <a:off x="6930000" y="2754000"/>
            <a:ext cx="3168000" cy="2268000"/>
          </a:xfrm>
          <a:blipFill>
            <a:blip r:embed="rId2"/>
            <a:stretch>
              <a:fillRect/>
            </a:stretch>
          </a:blipFill>
          <a:prstGeom prst="rect">
            <a:avLst/>
          </a:prstGeom>
          <a:ln>
            <a:noFill/>
          </a:ln>
        </p:spPr>
        <p:txBody>
          <a:bodyPr rtlCol="0" anchor="b" wrap="square" lIns="348480" rIns="348480" tIns="816480" bIns="126000"/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2000" b="1">
                <a:solidFill>
                  <a:srgbClr val="1A1A1A"/>
                </a:solidFill>
                <a:latin typeface="Arial"/>
              </a:rPr>
              <a:t>Опиши худшее свидание для</a:t>
            </a:r>
          </a:p>
        </p:txBody>
      </p:sp>
      <p:sp>
        <p:nvSpPr>
          <p:cNvPr id="8" name="Rectangle 7"/>
          <p:cNvSpPr/>
          <p:nvPr/>
        </p:nvSpPr>
        <p:spPr>
          <a:xfrm>
            <a:off x="594000" y="481237"/>
            <a:ext cx="3168000" cy="9525"/>
          </a:xfrm>
          <a:prstGeom prst="rect">
            <a:avLst/>
          </a:prstGeom>
          <a:solidFill>
            <a:srgbClr val="C0C0C0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3762000" y="481237"/>
            <a:ext cx="3168000" cy="9525"/>
          </a:xfrm>
          <a:prstGeom prst="rect">
            <a:avLst/>
          </a:prstGeom>
          <a:solidFill>
            <a:srgbClr val="C0C0C0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6930000" y="481237"/>
            <a:ext cx="3168000" cy="9525"/>
          </a:xfrm>
          <a:prstGeom prst="rect">
            <a:avLst/>
          </a:prstGeom>
          <a:solidFill>
            <a:srgbClr val="C0C0C0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594000" y="2749237"/>
            <a:ext cx="3168000" cy="9525"/>
          </a:xfrm>
          <a:prstGeom prst="rect">
            <a:avLst/>
          </a:prstGeom>
          <a:solidFill>
            <a:srgbClr val="C0C0C0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3762000" y="2749237"/>
            <a:ext cx="3168000" cy="9525"/>
          </a:xfrm>
          <a:prstGeom prst="rect">
            <a:avLst/>
          </a:prstGeom>
          <a:solidFill>
            <a:srgbClr val="C0C0C0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6930000" y="2749237"/>
            <a:ext cx="3168000" cy="9525"/>
          </a:xfrm>
          <a:prstGeom prst="rect">
            <a:avLst/>
          </a:prstGeom>
          <a:solidFill>
            <a:srgbClr val="C0C0C0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594000" y="5017237"/>
            <a:ext cx="3168000" cy="9525"/>
          </a:xfrm>
          <a:prstGeom prst="rect">
            <a:avLst/>
          </a:prstGeom>
          <a:solidFill>
            <a:srgbClr val="C0C0C0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3762000" y="5017237"/>
            <a:ext cx="3168000" cy="9525"/>
          </a:xfrm>
          <a:prstGeom prst="rect">
            <a:avLst/>
          </a:prstGeom>
          <a:solidFill>
            <a:srgbClr val="C0C0C0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>
            <a:off x="6930000" y="5017237"/>
            <a:ext cx="3168000" cy="9525"/>
          </a:xfrm>
          <a:prstGeom prst="rect">
            <a:avLst/>
          </a:prstGeom>
          <a:solidFill>
            <a:srgbClr val="C0C0C0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7" name="Rectangle 16"/>
          <p:cNvSpPr/>
          <p:nvPr/>
        </p:nvSpPr>
        <p:spPr>
          <a:xfrm>
            <a:off x="589237" y="485999"/>
            <a:ext cx="9525" cy="2268000"/>
          </a:xfrm>
          <a:prstGeom prst="rect">
            <a:avLst/>
          </a:prstGeom>
          <a:solidFill>
            <a:srgbClr val="C0C0C0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589237" y="2754000"/>
            <a:ext cx="9525" cy="2268000"/>
          </a:xfrm>
          <a:prstGeom prst="rect">
            <a:avLst/>
          </a:prstGeom>
          <a:solidFill>
            <a:srgbClr val="C0C0C0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9" name="Rectangle 18"/>
          <p:cNvSpPr/>
          <p:nvPr/>
        </p:nvSpPr>
        <p:spPr>
          <a:xfrm>
            <a:off x="3757237" y="485999"/>
            <a:ext cx="9525" cy="2268000"/>
          </a:xfrm>
          <a:prstGeom prst="rect">
            <a:avLst/>
          </a:prstGeom>
          <a:solidFill>
            <a:srgbClr val="C0C0C0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0" name="Rectangle 19"/>
          <p:cNvSpPr/>
          <p:nvPr/>
        </p:nvSpPr>
        <p:spPr>
          <a:xfrm>
            <a:off x="3757237" y="2754000"/>
            <a:ext cx="9525" cy="2268000"/>
          </a:xfrm>
          <a:prstGeom prst="rect">
            <a:avLst/>
          </a:prstGeom>
          <a:solidFill>
            <a:srgbClr val="C0C0C0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1" name="Rectangle 20"/>
          <p:cNvSpPr/>
          <p:nvPr/>
        </p:nvSpPr>
        <p:spPr>
          <a:xfrm>
            <a:off x="6925237" y="485999"/>
            <a:ext cx="9525" cy="2268000"/>
          </a:xfrm>
          <a:prstGeom prst="rect">
            <a:avLst/>
          </a:prstGeom>
          <a:solidFill>
            <a:srgbClr val="C0C0C0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2" name="Rectangle 21"/>
          <p:cNvSpPr/>
          <p:nvPr/>
        </p:nvSpPr>
        <p:spPr>
          <a:xfrm>
            <a:off x="6925237" y="2754000"/>
            <a:ext cx="9525" cy="2268000"/>
          </a:xfrm>
          <a:prstGeom prst="rect">
            <a:avLst/>
          </a:prstGeom>
          <a:solidFill>
            <a:srgbClr val="C0C0C0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3" name="Rectangle 22"/>
          <p:cNvSpPr/>
          <p:nvPr/>
        </p:nvSpPr>
        <p:spPr>
          <a:xfrm>
            <a:off x="10093237" y="485999"/>
            <a:ext cx="9525" cy="2268000"/>
          </a:xfrm>
          <a:prstGeom prst="rect">
            <a:avLst/>
          </a:prstGeom>
          <a:solidFill>
            <a:srgbClr val="C0C0C0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4" name="Rectangle 23"/>
          <p:cNvSpPr/>
          <p:nvPr/>
        </p:nvSpPr>
        <p:spPr>
          <a:xfrm>
            <a:off x="10093237" y="2754000"/>
            <a:ext cx="9525" cy="2268000"/>
          </a:xfrm>
          <a:prstGeom prst="rect">
            <a:avLst/>
          </a:prstGeom>
          <a:solidFill>
            <a:srgbClr val="C0C0C0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184762" y="184762"/>
            <a:ext cx="10322475" cy="19800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l"/>
            <a:r>
              <a:rPr sz="1100" b="1">
                <a:solidFill>
                  <a:srgbClr val="1A1A1A"/>
                </a:solidFill>
                <a:latin typeface="Arial"/>
              </a:rPr>
              <a:t>Карты запросов · ЛИЦО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