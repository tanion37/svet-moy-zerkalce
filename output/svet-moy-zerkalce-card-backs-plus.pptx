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конченных интровертов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здесь присутствующих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ухоженных дровосеков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бывших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соседей сверху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любителей настолок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0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самокатчиков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2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бабок у подъезда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чемпионов френдзоны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ОБОРОТ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пузатых скуфов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милф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душнил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нейросетей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очкариков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бородатых мужиков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0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животных на ферме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2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героев тупых комедий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000" y="5022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твоих коллег после корпоратива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ОБОРОТ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30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вечных опоздунов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3762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гламурных девиц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00" y="485999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жертв пластической хирургии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0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фанатов комиксов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2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ручных питомцев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000" y="2754000"/>
            <a:ext cx="3168000" cy="2268000"/>
          </a:xfrm>
          <a:blipFill>
            <a:blip r:embed="rId2"/>
            <a:stretch>
              <a:fillRect/>
            </a:stretch>
          </a:blipFill>
          <a:prstGeom prst="rect">
            <a:avLst/>
          </a:prstGeom>
          <a:ln>
            <a:noFill/>
          </a:ln>
        </p:spPr>
        <p:txBody>
          <a:bodyPr rtlCol="0" anchor="t" wrap="square" lIns="348480" rIns="348480" tIns="126000" bIns="8164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маменькиных сынков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62" y="184762"/>
            <a:ext cx="10322475" cy="19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Arial"/>
              </a:rPr>
              <a:t>Карты запросов · ОБОРОТ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